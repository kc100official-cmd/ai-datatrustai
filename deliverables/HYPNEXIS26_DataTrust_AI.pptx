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ae5b724f1d24f48" /><Relationship Type="http://schemas.openxmlformats.org/officeDocument/2006/relationships/extended-properties" Target="/docProps/app.xml" Id="Rdfe9655ed1924a78" /><Relationship Type="http://schemas.openxmlformats.org/officeDocument/2006/relationships/officeDocument" Target="/ppt/presentation.xml" Id="R74795c3838264c71" /></Relationships>
</file>

<file path=ppt/presentation.xml><?xml version="1.0" encoding="utf-8"?>
<p:presentation xmlns:p="http://schemas.openxmlformats.org/presentationml/2006/main">
  <p:sldMasterIdLst>
    <p:sldMasterId xmlns:r="http://schemas.openxmlformats.org/officeDocument/2006/relationships" id="2147483648" r:id="Rb0c3554da7834e6d"/>
  </p:sldMasterIdLst>
  <p:notesMasterIdLst>
    <p:notesMasterId xmlns:r="http://schemas.openxmlformats.org/officeDocument/2006/relationships" r:id="R2714d07d3442442e"/>
  </p:notesMasterIdLst>
  <p:sldIdLst>
    <p:sldId xmlns:r="http://schemas.openxmlformats.org/officeDocument/2006/relationships" id="256" r:id="R050e6722e7a74471"/>
    <p:sldId xmlns:r="http://schemas.openxmlformats.org/officeDocument/2006/relationships" id="257" r:id="R212dddebb30c46ad"/>
    <p:sldId xmlns:r="http://schemas.openxmlformats.org/officeDocument/2006/relationships" id="258" r:id="Rb33b04b6ab804fa0"/>
    <p:sldId xmlns:r="http://schemas.openxmlformats.org/officeDocument/2006/relationships" id="259" r:id="Rc3442aea1bad4681"/>
    <p:sldId xmlns:r="http://schemas.openxmlformats.org/officeDocument/2006/relationships" id="260" r:id="R225f99afc2784e86"/>
    <p:sldId xmlns:r="http://schemas.openxmlformats.org/officeDocument/2006/relationships" id="261" r:id="R720eac2eaef040dd"/>
    <p:sldId xmlns:r="http://schemas.openxmlformats.org/officeDocument/2006/relationships" id="262" r:id="R32d5a83ba39a4bca"/>
    <p:sldId xmlns:r="http://schemas.openxmlformats.org/officeDocument/2006/relationships" id="263" r:id="Raccb08306c354302"/>
    <p:sldId xmlns:r="http://schemas.openxmlformats.org/officeDocument/2006/relationships" id="264" r:id="Re58a253a8ab7425f"/>
  </p:sldIdLst>
  <p:sldSz cx="12192000" cy="68580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78adb26087734dc6" /><Relationship Type="http://schemas.openxmlformats.org/officeDocument/2006/relationships/slideMaster" Target="/ppt/slideMasters/slideMaster1.xml" Id="Rb0c3554da7834e6d" /><Relationship Type="http://schemas.openxmlformats.org/officeDocument/2006/relationships/notesMaster" Target="/ppt/notesMasters/notesMaster1.xml" Id="R2714d07d3442442e" /><Relationship Type="http://schemas.openxmlformats.org/officeDocument/2006/relationships/presProps" Target="/ppt/presProps.xml" Id="Re605ab4049d6423c" /><Relationship Type="http://schemas.openxmlformats.org/officeDocument/2006/relationships/viewProps" Target="/ppt/viewProps.xml" Id="R483f28bf609246e7" /><Relationship Type="http://schemas.openxmlformats.org/officeDocument/2006/relationships/tableStyles" Target="/ppt/tableStyles.xml" Id="Rff82a3a93bbd465a" /><Relationship Type="http://schemas.openxmlformats.org/officeDocument/2006/relationships/slide" Target="/ppt/slides/slide1.xml" Id="R050e6722e7a74471" /><Relationship Type="http://schemas.openxmlformats.org/officeDocument/2006/relationships/slide" Target="/ppt/slides/slide2.xml" Id="R212dddebb30c46ad" /><Relationship Type="http://schemas.openxmlformats.org/officeDocument/2006/relationships/slide" Target="/ppt/slides/slide3.xml" Id="Rb33b04b6ab804fa0" /><Relationship Type="http://schemas.openxmlformats.org/officeDocument/2006/relationships/slide" Target="/ppt/slides/slide4.xml" Id="Rc3442aea1bad4681" /><Relationship Type="http://schemas.openxmlformats.org/officeDocument/2006/relationships/slide" Target="/ppt/slides/slide5.xml" Id="R225f99afc2784e86" /><Relationship Type="http://schemas.openxmlformats.org/officeDocument/2006/relationships/slide" Target="/ppt/slides/slide6.xml" Id="R720eac2eaef040dd" /><Relationship Type="http://schemas.openxmlformats.org/officeDocument/2006/relationships/slide" Target="/ppt/slides/slide7.xml" Id="R32d5a83ba39a4bca" /><Relationship Type="http://schemas.openxmlformats.org/officeDocument/2006/relationships/slide" Target="/ppt/slides/slide8.xml" Id="Raccb08306c354302" /><Relationship Type="http://schemas.openxmlformats.org/officeDocument/2006/relationships/slide" Target="/ppt/slides/slide9.xml" Id="Re58a253a8ab7425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982ee8af5634d3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Hypnexis">
  <a:themeElements>
    <a:clrScheme name="Hypnexis">
      <a:dk1>
        <a:srgbClr val="040A20"/>
      </a:dk1>
      <a:lt1>
        <a:srgbClr val="FFFFFF"/>
      </a:lt1>
      <a:dk2>
        <a:srgbClr val="0B1A4A"/>
      </a:dk2>
      <a:lt2>
        <a:srgbClr val="CFE0FF"/>
      </a:lt2>
      <a:accent1>
        <a:srgbClr val="1E5BFF"/>
      </a:accent1>
      <a:accent2>
        <a:srgbClr val="4DA3FF"/>
      </a:accent2>
      <a:accent3>
        <a:srgbClr val="0A2A8F"/>
      </a:accent3>
      <a:accent4>
        <a:srgbClr val="9CC4FF"/>
      </a:accent4>
      <a:accent5>
        <a:srgbClr val="6C8CFF"/>
      </a:accent5>
      <a:accent6>
        <a:srgbClr val="00C2FF"/>
      </a:accent6>
      <a:hlink>
        <a:srgbClr val="4DA3FF"/>
      </a:hlink>
      <a:folHlink>
        <a:srgbClr val="9CC4FF"/>
      </a:folHlink>
    </a:clrScheme>
    <a:fontScheme name="Hypnexi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Hypnexi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5e5d1c49a9044be" /><Relationship Type="http://schemas.openxmlformats.org/officeDocument/2006/relationships/notesMaster" Target="/ppt/notesMasters/notesMaster1.xml" Id="R2c4313a108b5485a" /></Relationships>
</file>

<file path=ppt/notesSlides/_rels/notesSlide2.xml.rels>&#65279;<?xml version="1.0" encoding="utf-8"?><Relationships xmlns="http://schemas.openxmlformats.org/package/2006/relationships"><Relationship Type="http://schemas.openxmlformats.org/officeDocument/2006/relationships/slide" Target="/ppt/slides/slide2.xml" Id="Rcbee3069ca914e12" /><Relationship Type="http://schemas.openxmlformats.org/officeDocument/2006/relationships/notesMaster" Target="/ppt/notesMasters/notesMaster1.xml" Id="Ra994f4dc25934862" /></Relationships>
</file>

<file path=ppt/notesSlides/_rels/notesSlide3.xml.rels>&#65279;<?xml version="1.0" encoding="utf-8"?><Relationships xmlns="http://schemas.openxmlformats.org/package/2006/relationships"><Relationship Type="http://schemas.openxmlformats.org/officeDocument/2006/relationships/slide" Target="/ppt/slides/slide3.xml" Id="Rf609cfd5e6f64cde" /><Relationship Type="http://schemas.openxmlformats.org/officeDocument/2006/relationships/notesMaster" Target="/ppt/notesMasters/notesMaster1.xml" Id="Ra016c402b55442f1" /></Relationships>
</file>

<file path=ppt/notesSlides/_rels/notesSlide4.xml.rels>&#65279;<?xml version="1.0" encoding="utf-8"?><Relationships xmlns="http://schemas.openxmlformats.org/package/2006/relationships"><Relationship Type="http://schemas.openxmlformats.org/officeDocument/2006/relationships/slide" Target="/ppt/slides/slide4.xml" Id="Rc20c1a0ceee44276" /><Relationship Type="http://schemas.openxmlformats.org/officeDocument/2006/relationships/notesMaster" Target="/ppt/notesMasters/notesMaster1.xml" Id="R8821410881a442b6" /></Relationships>
</file>

<file path=ppt/notesSlides/_rels/notesSlide5.xml.rels>&#65279;<?xml version="1.0" encoding="utf-8"?><Relationships xmlns="http://schemas.openxmlformats.org/package/2006/relationships"><Relationship Type="http://schemas.openxmlformats.org/officeDocument/2006/relationships/slide" Target="/ppt/slides/slide5.xml" Id="Rd34924be92af4996" /><Relationship Type="http://schemas.openxmlformats.org/officeDocument/2006/relationships/notesMaster" Target="/ppt/notesMasters/notesMaster1.xml" Id="Rd41b4e6f375a4b43" /></Relationships>
</file>

<file path=ppt/notesSlides/_rels/notesSlide6.xml.rels>&#65279;<?xml version="1.0" encoding="utf-8"?><Relationships xmlns="http://schemas.openxmlformats.org/package/2006/relationships"><Relationship Type="http://schemas.openxmlformats.org/officeDocument/2006/relationships/slide" Target="/ppt/slides/slide6.xml" Id="R595acd4a21c6415c" /><Relationship Type="http://schemas.openxmlformats.org/officeDocument/2006/relationships/notesMaster" Target="/ppt/notesMasters/notesMaster1.xml" Id="R71469f02c7434b29" /></Relationships>
</file>

<file path=ppt/notesSlides/_rels/notesSlide7.xml.rels>&#65279;<?xml version="1.0" encoding="utf-8"?><Relationships xmlns="http://schemas.openxmlformats.org/package/2006/relationships"><Relationship Type="http://schemas.openxmlformats.org/officeDocument/2006/relationships/slide" Target="/ppt/slides/slide7.xml" Id="R183470677af54a21" /><Relationship Type="http://schemas.openxmlformats.org/officeDocument/2006/relationships/notesMaster" Target="/ppt/notesMasters/notesMaster1.xml" Id="Ra9d05647775147d9" /></Relationships>
</file>

<file path=ppt/notesSlides/_rels/notesSlide8.xml.rels>&#65279;<?xml version="1.0" encoding="utf-8"?><Relationships xmlns="http://schemas.openxmlformats.org/package/2006/relationships"><Relationship Type="http://schemas.openxmlformats.org/officeDocument/2006/relationships/slide" Target="/ppt/slides/slide8.xml" Id="R81a6b8ee95624834" /><Relationship Type="http://schemas.openxmlformats.org/officeDocument/2006/relationships/notesMaster" Target="/ppt/notesMasters/notesMaster1.xml" Id="R8e276056ea71482a" /></Relationships>
</file>

<file path=ppt/notesSlides/_rels/notesSlide9.xml.rels>&#65279;<?xml version="1.0" encoding="utf-8"?><Relationships xmlns="http://schemas.openxmlformats.org/package/2006/relationships"><Relationship Type="http://schemas.openxmlformats.org/officeDocument/2006/relationships/slide" Target="/ppt/slides/slide9.xml" Id="R95889852631e4370" /><Relationship Type="http://schemas.openxmlformats.org/officeDocument/2006/relationships/notesMaster" Target="/ppt/notesMasters/notesMaster1.xml" Id="R84d157dd7a284e5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title is a concise description of the user-supplied Phase 2 extension. Team ID, official problem statement ID, and contact details were not included in the source materials.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(Phase 2 section); backend/app/document_store.py; backend/app/graph_engine.py; backend/tests/test_phase2_documents.py. The 7.7-second result is from an isolated local test database with 500 generated input documents. The graph total includes four seeded sample documents.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(Architecture Overview and Phase 2); backend/app/document_safety.py; backend/app/document_store.py; backend/app/graph_engine.py; backend/app/retrieval_engine.py; backend/app/validation_engine.py.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frontend/src/App.tsx and frontend/src/components/DataStudioView.tsx. The user flow summarizes the current local application behavior.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(Quick Start and Phase 2); backend/app/main.py; backend/app/models.py. This deck describes the local prototype; operational constraints are identified as implementation limits.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result: 500 generated documents ingested in 7,675.74 ms in an isolated local test run; resulting graph size was 504 documents, 539 entities, and 40 relationships. The 504 document total includes four sample documents. Injection filtering was exercised with 21 planted instruction strings. No energy or carbon measurements were made. Source: backend/tests/test_phase2_documents.py and local benchmark response.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deployment and revenue model on this slide is a proposal for future pilots, not current revenue or a confirmed commercial plan.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references are project source files; no external research claims were added. The benchmark is synthetic and should not be presented as a production-corpus result.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ID and contact information were not supplied and are marked accordingly.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0726e87e72c468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85219e80bc9467e" /><Relationship Type="http://schemas.openxmlformats.org/officeDocument/2006/relationships/image" Target="/ppt/media/image.png" Id="Rcddf44fc11a1453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01a35bfcf444ef4" /><Relationship Type="http://schemas.openxmlformats.org/officeDocument/2006/relationships/image" Target="/ppt/media/image2.png" Id="R41a78eec6d904bf4" /><Relationship Type="http://schemas.openxmlformats.org/officeDocument/2006/relationships/image" Target="/ppt/media/image3.png" Id="R71b1f1c61dfd445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dfa834a04664c0c" /><Relationship Type="http://schemas.openxmlformats.org/officeDocument/2006/relationships/image" Target="/ppt/media/image4.png" Id="Rf614684e2f284113" /><Relationship Type="http://schemas.openxmlformats.org/officeDocument/2006/relationships/image" Target="/ppt/media/image5.png" Id="R019e3ecce7174303"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HYPNEXIS_TITLE">
    <p:bg>
      <p:bgPr>
        <a:blipFill xmlns:a="http://schemas.openxmlformats.org/drawingml/2006/main" rotWithShape="1">
          <a:blip xmlns:r="http://schemas.openxmlformats.org/officeDocument/2006/relationships" r:embed="Rcddf44fc11a14530">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reserve="1">
  <p:cSld name="HYPNEXIS_CONTENT">
    <p:bg>
      <p:bgPr>
        <a:blipFill xmlns:a="http://schemas.openxmlformats.org/drawingml/2006/main" rotWithShape="1">
          <a:blip xmlns:r="http://schemas.openxmlformats.org/officeDocument/2006/relationships" r:embed="R41a78eec6d904bf4">
            <a:lum/>
          </a:blip>
          <a:srcRect l="0" t="0" r="0" b="0"/>
          <a:stretch>
            <a:fillRect l="0" t="0" r="0" b="0"/>
          </a:stretch>
        </a:blip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65334AF9-F7F2-4409-ADAD-A3FA105ECBBD}"/>
              </a:ext>
            </a:extLst>
          </p:cNvPr>
          <p:cNvPicPr>
            <a:picLocks xmlns:a="http://schemas.openxmlformats.org/drawingml/2006/main" noChangeAspect="1"/>
          </p:cNvPicPr>
          <p:nvPr/>
        </p:nvPicPr>
        <p:blipFill>
          <a:blip xmlns:r="http://schemas.openxmlformats.org/officeDocument/2006/relationships" xmlns:a="http://schemas.openxmlformats.org/drawingml/2006/main" r:embed="R71b1f1c61dfd4454"/>
          <a:stretch xmlns:a="http://schemas.openxmlformats.org/drawingml/2006/main">
            <a:fillRect l="0" t="0" r="0" b="0"/>
          </a:stretch>
        </p:blipFill>
        <p:spPr>
          <a:xfrm xmlns:a="http://schemas.openxmlformats.org/drawingml/2006/main">
            <a:off x="457200" y="292608"/>
            <a:ext cx="1105163" cy="50292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93C7982D-3483-4FAA-A050-451DFF207BC2}"/>
              </a:ext>
            </a:extLst>
          </p:cNvPr>
          <p:cNvSpPr>
            <a:spLocks xmlns:a="http://schemas.openxmlformats.org/drawingml/2006/main" noGrp="1"/>
          </p:cNvSpPr>
          <p:nvPr/>
        </p:nvSpPr>
        <p:spPr>
          <a:xfrm xmlns:a="http://schemas.openxmlformats.org/drawingml/2006/main">
            <a:off x="2926080" y="365760"/>
            <a:ext cx="8778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spc="300">
                <a:solidFill>
                  <a:srgbClr val="9CC4FF"/>
                </a:solidFill>
                <a:latin typeface="Arial"/>
                <a:ea typeface="Arial"/>
                <a:cs typeface="Arial"/>
              </a:rPr>
              <a:t>36-HOUR HACKATHON  |  24–25 OCTOBER 2026  |  MANIPAL UNIVERSITY JAIPUR</a:t>
            </a:r>
            <a:endParaRPr sz="1100"/>
          </a:p>
        </p:txBody>
      </p:sp>
      <p:sp>
        <p:nvSpPr>
          <p:cNvPr id="4" name="Shape 1">
            <a:extLst xmlns:a="http://schemas.openxmlformats.org/drawingml/2006/main">
              <a:ext uri="{FF2B5EF4-FFF2-40B4-BE49-F238E27FC236}">
                <a16:creationId xmlns:a16="http://schemas.microsoft.com/office/drawing/2014/main" id="{1CD84AFF-29BA-4F49-B24B-61A567CBA20D}"/>
              </a:ext>
            </a:extLst>
          </p:cNvPr>
          <p:cNvSpPr>
            <a:spLocks xmlns:a="http://schemas.openxmlformats.org/drawingml/2006/main" noGrp="1"/>
          </p:cNvSpPr>
          <p:nvPr/>
        </p:nvSpPr>
        <p:spPr>
          <a:xfrm xmlns:a="http://schemas.openxmlformats.org/drawingml/2006/main">
            <a:off x="457200" y="6355080"/>
            <a:ext cx="11274552" cy="9144"/>
          </a:xfrm>
          <a:prstGeom xmlns:a="http://schemas.openxmlformats.org/drawingml/2006/main" prst="rect">
            <a:avLst/>
          </a:prstGeom>
          <a:solidFill xmlns:a="http://schemas.openxmlformats.org/drawingml/2006/main">
            <a:srgbClr val="1E5BFF">
              <a:alpha val="50000"/>
            </a:srgbClr>
          </a:solidFill>
        </p:spPr>
      </p:sp>
      <p:sp>
        <p:nvSpPr>
          <p:cNvPr id="5" name="Text 2">
            <a:extLst xmlns:a="http://schemas.openxmlformats.org/drawingml/2006/main">
              <a:ext uri="{FF2B5EF4-FFF2-40B4-BE49-F238E27FC236}">
                <a16:creationId xmlns:a16="http://schemas.microsoft.com/office/drawing/2014/main" id="{7E4BE5D0-489E-4CD5-974B-C8975701175A}"/>
              </a:ext>
            </a:extLst>
          </p:cNvPr>
          <p:cNvSpPr>
            <a:spLocks xmlns:a="http://schemas.openxmlformats.org/drawingml/2006/main" noGrp="1"/>
          </p:cNvSpPr>
          <p:nvPr/>
        </p:nvSpPr>
        <p:spPr>
          <a:xfrm xmlns:a="http://schemas.openxmlformats.org/drawingml/2006/main">
            <a:off x="457200" y="6428232"/>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9CC4FF"/>
                </a:solidFill>
                <a:latin typeface="Calibri"/>
                <a:ea typeface="Calibri"/>
                <a:cs typeface="Calibri"/>
              </a:rPr>
              <a:t>Department of Computer and Communications Engineering  •  Manipal University Jaipur</a:t>
            </a:r>
            <a:endParaRPr sz="1000"/>
          </a:p>
        </p:txBody>
      </p:sp>
      <p:sp>
        <p:nvSpPr>
          <p:cNvPr id="25" name="Slide Number Placeholder 0">
            <a:extLst xmlns:a="http://schemas.openxmlformats.org/drawingml/2006/main">
              <a:ext uri="{FF2B5EF4-FFF2-40B4-BE49-F238E27FC236}">
                <a16:creationId xmlns:a16="http://schemas.microsoft.com/office/drawing/2014/main" id="{51DB9800-8A78-4D8F-BEDE-4F8240E59459}"/>
              </a:ext>
            </a:extLst>
          </p:cNvPr>
          <p:cNvSpPr>
            <a:spLocks xmlns:a="http://schemas.openxmlformats.org/drawingml/2006/main" noGrp="1"/>
          </p:cNvSpPr>
          <p:nvPr>
            <p:ph type="sldNum" idx="4294967295"/>
          </p:nvPr>
        </p:nvSpPr>
        <p:spPr>
          <a:xfrm xmlns:a="http://schemas.openxmlformats.org/drawingml/2006/main">
            <a:off x="11155680" y="6428232"/>
            <a:ext cx="576072"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9CC4FF"/>
                </a:solidFill>
                <a:latin typeface="Arial"/>
                <a:ea typeface="Arial"/>
                <a:cs typeface="Arial"/>
              </a:defRPr>
            </a:lvl1pPr>
          </a:lstStyle>
          <a:p xmlns:a="http://schemas.openxmlformats.org/drawingml/2006/main">
            <a:pPr algn="r">
              <a:buNone/>
            </a:pPr>
            <a:fld id="{F7021451-1387-4CA6-816F-3879F97B5CBC}" type="slidenum">
              <a:rPr b="0"/>
              <a:t>1003</a:t>
            </a:fld>
            <a:endParaRPr/>
          </a:p>
        </p:txBody>
      </p:sp>
    </p:spTree>
  </p:cSld>
</p:sldLayout>
</file>

<file path=ppt/slideLayouts/slideLayout4.xml><?xml version="1.0" encoding="utf-8"?>
<p:sldLayout xmlns:p="http://schemas.openxmlformats.org/presentationml/2006/main" preserve="1">
  <p:cSld name="HYPNEXIS_SECTION">
    <p:bg>
      <p:bgPr>
        <a:blipFill xmlns:a="http://schemas.openxmlformats.org/drawingml/2006/main" rotWithShape="1">
          <a:blip xmlns:r="http://schemas.openxmlformats.org/officeDocument/2006/relationships" r:embed="Rf614684e2f284113">
            <a:lum/>
          </a:blip>
          <a:srcRect l="0" t="0" r="0" b="0"/>
          <a:stretch>
            <a:fillRect l="0" t="0" r="0" b="0"/>
          </a:stretch>
        </a:blip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FE119F0B-5364-4486-8DF7-AFCF66F22FA1}"/>
              </a:ext>
            </a:extLst>
          </p:cNvPr>
          <p:cNvPicPr>
            <a:picLocks xmlns:a="http://schemas.openxmlformats.org/drawingml/2006/main" noChangeAspect="1"/>
          </p:cNvPicPr>
          <p:nvPr/>
        </p:nvPicPr>
        <p:blipFill>
          <a:blip xmlns:r="http://schemas.openxmlformats.org/officeDocument/2006/relationships" xmlns:a="http://schemas.openxmlformats.org/drawingml/2006/main" r:embed="R019e3ecce7174303"/>
          <a:stretch xmlns:a="http://schemas.openxmlformats.org/drawingml/2006/main">
            <a:fillRect l="0" t="0" r="0" b="0"/>
          </a:stretch>
        </p:blipFill>
        <p:spPr>
          <a:xfrm xmlns:a="http://schemas.openxmlformats.org/drawingml/2006/main">
            <a:off x="457200" y="292608"/>
            <a:ext cx="1005840" cy="457200"/>
          </a:xfrm>
          <a:prstGeom xmlns:a="http://schemas.openxmlformats.org/drawingml/2006/main" prst="rect">
            <a:avLst/>
          </a:prstGeom>
        </p:spPr>
      </p:pic>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7217dbf8d764b12" /><Relationship Type="http://schemas.openxmlformats.org/officeDocument/2006/relationships/slideLayout" Target="/ppt/slideLayouts/slideLayout1.xml" Id="R34bc18e886cc44ab" /><Relationship Type="http://schemas.openxmlformats.org/officeDocument/2006/relationships/slideLayout" Target="/ppt/slideLayouts/slideLayout2.xml" Id="R0a5a42ca25c7452e" /><Relationship Type="http://schemas.openxmlformats.org/officeDocument/2006/relationships/slideLayout" Target="/ppt/slideLayouts/slideLayout3.xml" Id="Ra6c8b0a0cc634325" /><Relationship Type="http://schemas.openxmlformats.org/officeDocument/2006/relationships/slideLayout" Target="/ppt/slideLayouts/slideLayout4.xml" Id="Rd7d357aabbcb4348"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
        <p:nvSpPr>
          <p:cNvPr id="25" name="Slide Number Placeholder 0">
            <a:extLst xmlns:a="http://schemas.openxmlformats.org/drawingml/2006/main">
              <a:ext uri="{FF2B5EF4-FFF2-40B4-BE49-F238E27FC236}">
                <a16:creationId xmlns:a16="http://schemas.microsoft.com/office/drawing/2014/main" id="{D0DBC955-8C1C-4A06-AE5B-250E81D1B601}"/>
              </a:ext>
            </a:extLst>
          </p:cNvPr>
          <p:cNvSpPr>
            <a:spLocks xmlns:a="http://schemas.openxmlformats.org/drawingml/2006/main" noGrp="1"/>
          </p:cNvSpPr>
          <p:nvPr>
            <p:ph type="sldNum" idx="4294967295"/>
          </p:nvPr>
        </p:nvSpPr>
        <p:spPr>
          <a:xfrm xmlns:a="http://schemas.openxmlformats.org/drawingml/2006/main">
            <a:off x="11155680" y="6428232"/>
            <a:ext cx="576072"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9CC4FF"/>
                </a:solidFill>
                <a:latin typeface="Arial"/>
                <a:ea typeface="Arial"/>
                <a:cs typeface="Arial"/>
              </a:defRPr>
            </a:lvl1pPr>
          </a:lstStyle>
          <a:p xmlns:a="http://schemas.openxmlformats.org/drawingml/2006/main">
            <a:pPr algn="r">
              <a:buNone/>
            </a:pPr>
            <a:fld id="{F7021451-1387-4CA6-816F-3879F97B5CBC}" type="slidenum">
              <a:rPr b="0"/>
              <a:t>null</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4bc18e886cc44ab"/>
    <p:sldLayoutId xmlns:r="http://schemas.openxmlformats.org/officeDocument/2006/relationships" id="2147483650" r:id="R0a5a42ca25c7452e"/>
    <p:sldLayoutId xmlns:r="http://schemas.openxmlformats.org/officeDocument/2006/relationships" id="2147483651" r:id="Ra6c8b0a0cc634325"/>
    <p:sldLayoutId xmlns:r="http://schemas.openxmlformats.org/officeDocument/2006/relationships" id="2147483652" r:id="Rd7d357aabbcb4348"/>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Hypnexis">
  <a:themeElements>
    <a:clrScheme name="Hypnexis">
      <a:dk1>
        <a:srgbClr val="040A20"/>
      </a:dk1>
      <a:lt1>
        <a:srgbClr val="FFFFFF"/>
      </a:lt1>
      <a:dk2>
        <a:srgbClr val="0B1A4A"/>
      </a:dk2>
      <a:lt2>
        <a:srgbClr val="CFE0FF"/>
      </a:lt2>
      <a:accent1>
        <a:srgbClr val="1E5BFF"/>
      </a:accent1>
      <a:accent2>
        <a:srgbClr val="4DA3FF"/>
      </a:accent2>
      <a:accent3>
        <a:srgbClr val="0A2A8F"/>
      </a:accent3>
      <a:accent4>
        <a:srgbClr val="9CC4FF"/>
      </a:accent4>
      <a:accent5>
        <a:srgbClr val="6C8CFF"/>
      </a:accent5>
      <a:accent6>
        <a:srgbClr val="00C2FF"/>
      </a:accent6>
      <a:hlink>
        <a:srgbClr val="4DA3FF"/>
      </a:hlink>
      <a:folHlink>
        <a:srgbClr val="9CC4FF"/>
      </a:folHlink>
    </a:clrScheme>
    <a:fontScheme name="Hypnexi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Hypnexi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991f2e9c65b349e1" /><Relationship Type="http://schemas.openxmlformats.org/officeDocument/2006/relationships/image" Target="/ppt/media/image6.png" Id="R84293794be574fd8" /><Relationship Type="http://schemas.openxmlformats.org/officeDocument/2006/relationships/notesSlide" Target="/ppt/notesSlides/notesSlide1.xml" Id="R093eaeb92e86418e"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f321f2f451444808" /><Relationship Type="http://schemas.openxmlformats.org/officeDocument/2006/relationships/notesSlide" Target="/ppt/notesSlides/notesSlide2.xml" Id="R0e5a19191f9c46a5"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02e3b1014a434b54" /><Relationship Type="http://schemas.openxmlformats.org/officeDocument/2006/relationships/notesSlide" Target="/ppt/notesSlides/notesSlide3.xml" Id="Re9cdad083449419c"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77d9955d9388476d" /><Relationship Type="http://schemas.openxmlformats.org/officeDocument/2006/relationships/notesSlide" Target="/ppt/notesSlides/notesSlide4.xml" Id="R62cca601096a4012"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645986fae3cc489f" /><Relationship Type="http://schemas.openxmlformats.org/officeDocument/2006/relationships/notesSlide" Target="/ppt/notesSlides/notesSlide5.xml" Id="R1aab9cdd178f465b"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b1dc0c46cd2743d7" /><Relationship Type="http://schemas.openxmlformats.org/officeDocument/2006/relationships/notesSlide" Target="/ppt/notesSlides/notesSlide6.xml" Id="R112ec4d461b74fb4"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760ac4c10b234b8d" /><Relationship Type="http://schemas.openxmlformats.org/officeDocument/2006/relationships/notesSlide" Target="/ppt/notesSlides/notesSlide7.xml" Id="Rcf1c7e172d0f4ad4"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277aa52d89814590" /><Relationship Type="http://schemas.openxmlformats.org/officeDocument/2006/relationships/notesSlide" Target="/ppt/notesSlides/notesSlide8.xml" Id="R26896ae233ac4450"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ffcc7cdc86f64029" /><Relationship Type="http://schemas.openxmlformats.org/officeDocument/2006/relationships/image" Target="/ppt/media/image7.png" Id="Rab78e99daa96470e" /><Relationship Type="http://schemas.openxmlformats.org/officeDocument/2006/relationships/notesSlide" Target="/ppt/notesSlides/notesSlide9.xml" Id="R2e378735f0314054"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EB06D67-1A21-445D-9D7A-097CDE9B041D}"/>
              </a:ext>
            </a:extLst>
          </p:cNvPr>
          <p:cNvSpPr>
            <a:spLocks xmlns:a="http://schemas.openxmlformats.org/drawingml/2006/main" noGrp="1"/>
          </p:cNvSpPr>
          <p:nvPr/>
        </p:nvSpPr>
        <p:spPr>
          <a:xfrm xmlns:a="http://schemas.openxmlformats.org/drawingml/2006/main">
            <a:off x="548640" y="365760"/>
            <a:ext cx="6400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spc="400">
                <a:solidFill>
                  <a:srgbClr val="FFFFFF"/>
                </a:solidFill>
                <a:latin typeface="Arial"/>
                <a:ea typeface="Arial"/>
                <a:cs typeface="Arial"/>
              </a:rPr>
              <a:t>MANIPAL UNIVERSITY JAIPUR</a:t>
            </a:r>
            <a:endParaRPr sz="1400"/>
          </a:p>
        </p:txBody>
      </p:sp>
      <p:sp>
        <p:nvSpPr>
          <p:cNvPr id="3" name="Text 1">
            <a:extLst xmlns:a="http://schemas.openxmlformats.org/drawingml/2006/main">
              <a:ext uri="{FF2B5EF4-FFF2-40B4-BE49-F238E27FC236}">
                <a16:creationId xmlns:a16="http://schemas.microsoft.com/office/drawing/2014/main" id="{D4D26A88-170B-4C26-BD5D-DE5D6C44ABCF}"/>
              </a:ext>
            </a:extLst>
          </p:cNvPr>
          <p:cNvSpPr>
            <a:spLocks xmlns:a="http://schemas.openxmlformats.org/drawingml/2006/main" noGrp="1"/>
          </p:cNvSpPr>
          <p:nvPr/>
        </p:nvSpPr>
        <p:spPr>
          <a:xfrm xmlns:a="http://schemas.openxmlformats.org/drawingml/2006/main">
            <a:off x="548640" y="68580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9CC4FF"/>
                </a:solidFill>
                <a:latin typeface="Calibri"/>
                <a:ea typeface="Calibri"/>
                <a:cs typeface="Calibri"/>
              </a:rPr>
              <a:t>Department of Computer and Communications Engineering</a:t>
            </a:r>
            <a:endParaRPr sz="1200"/>
          </a:p>
        </p:txBody>
      </p:sp>
      <p:pic>
        <p:nvPicPr>
          <p:cNvPr id="4" name="Image 0">
            <a:extLst xmlns:a="http://schemas.openxmlformats.org/drawingml/2006/main">
              <a:ext uri="{FF2B5EF4-FFF2-40B4-BE49-F238E27FC236}">
                <a16:creationId xmlns:a16="http://schemas.microsoft.com/office/drawing/2014/main" id="{45C21789-C64B-4D46-B344-DE144380E994}"/>
              </a:ext>
            </a:extLst>
          </p:cNvPr>
          <p:cNvPicPr>
            <a:picLocks xmlns:a="http://schemas.openxmlformats.org/drawingml/2006/main" noChangeAspect="1"/>
          </p:cNvPicPr>
          <p:nvPr/>
        </p:nvPicPr>
        <p:blipFill>
          <a:blip xmlns:r="http://schemas.openxmlformats.org/officeDocument/2006/relationships" xmlns:a="http://schemas.openxmlformats.org/drawingml/2006/main" r:embed="R84293794be574fd8"/>
          <a:stretch xmlns:a="http://schemas.openxmlformats.org/drawingml/2006/main">
            <a:fillRect l="0" t="0" r="0" b="0"/>
          </a:stretch>
        </p:blipFill>
        <p:spPr>
          <a:xfrm xmlns:a="http://schemas.openxmlformats.org/drawingml/2006/main">
            <a:off x="548640" y="1600200"/>
            <a:ext cx="5120640" cy="2330220"/>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AC732F80-81C3-4058-9903-F962FAF0752B}"/>
              </a:ext>
            </a:extLst>
          </p:cNvPr>
          <p:cNvSpPr>
            <a:spLocks xmlns:a="http://schemas.openxmlformats.org/drawingml/2006/main" noGrp="1"/>
          </p:cNvSpPr>
          <p:nvPr/>
        </p:nvSpPr>
        <p:spPr>
          <a:xfrm xmlns:a="http://schemas.openxmlformats.org/drawingml/2006/main">
            <a:off x="548640" y="4526280"/>
            <a:ext cx="6400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spc="300">
                <a:solidFill>
                  <a:srgbClr val="4DA3FF"/>
                </a:solidFill>
                <a:latin typeface="Arial"/>
                <a:ea typeface="Arial"/>
                <a:cs typeface="Arial"/>
              </a:rPr>
              <a:t>36-HOUR HACKATHON  •  24–25 OCTOBER 2026</a:t>
            </a:r>
            <a:endParaRPr sz="1400"/>
          </a:p>
        </p:txBody>
      </p:sp>
      <p:sp>
        <p:nvSpPr>
          <p:cNvPr id="6" name="Text 3">
            <a:extLst xmlns:a="http://schemas.openxmlformats.org/drawingml/2006/main">
              <a:ext uri="{FF2B5EF4-FFF2-40B4-BE49-F238E27FC236}">
                <a16:creationId xmlns:a16="http://schemas.microsoft.com/office/drawing/2014/main" id="{71644C5F-6F57-44BA-B2F0-7A74E654C387}"/>
              </a:ext>
            </a:extLst>
          </p:cNvPr>
          <p:cNvSpPr>
            <a:spLocks xmlns:a="http://schemas.openxmlformats.org/drawingml/2006/main" noGrp="1"/>
          </p:cNvSpPr>
          <p:nvPr/>
        </p:nvSpPr>
        <p:spPr>
          <a:xfrm xmlns:a="http://schemas.openxmlformats.org/drawingml/2006/main">
            <a:off x="548640" y="4892040"/>
            <a:ext cx="6400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spc="400">
                <a:solidFill>
                  <a:srgbClr val="FFFFFF"/>
                </a:solidFill>
                <a:latin typeface="Arial"/>
                <a:ea typeface="Arial"/>
                <a:cs typeface="Arial"/>
              </a:rPr>
              <a:t>BUILD / INNOVATE / CREATE</a:t>
            </a:r>
            <a:endParaRPr sz="1200"/>
          </a:p>
        </p:txBody>
      </p:sp>
      <p:sp>
        <p:nvSpPr>
          <p:cNvPr id="7" name="Team details card">
            <a:extLst xmlns:a="http://schemas.openxmlformats.org/drawingml/2006/main">
              <a:ext uri="{FF2B5EF4-FFF2-40B4-BE49-F238E27FC236}">
                <a16:creationId xmlns:a16="http://schemas.microsoft.com/office/drawing/2014/main" id="{804B443D-8478-4E8D-9C9B-296680864FA9}"/>
              </a:ext>
            </a:extLst>
          </p:cNvPr>
          <p:cNvSpPr>
            <a:spLocks xmlns:a="http://schemas.openxmlformats.org/drawingml/2006/main" noGrp="1"/>
          </p:cNvSpPr>
          <p:nvPr/>
        </p:nvSpPr>
        <p:spPr>
          <a:xfrm xmlns:a="http://schemas.openxmlformats.org/drawingml/2006/main">
            <a:off x="6949440" y="1371600"/>
            <a:ext cx="4754880" cy="4480560"/>
          </a:xfrm>
          <a:prstGeom xmlns:a="http://schemas.openxmlformats.org/drawingml/2006/main" prst="roundRect">
            <a:avLst>
              <a:gd name="adj" fmla="val 2449"/>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8" name="Text 5">
            <a:extLst xmlns:a="http://schemas.openxmlformats.org/drawingml/2006/main">
              <a:ext uri="{FF2B5EF4-FFF2-40B4-BE49-F238E27FC236}">
                <a16:creationId xmlns:a16="http://schemas.microsoft.com/office/drawing/2014/main" id="{8852F30D-068E-44F8-AD5F-9E1E64F28C74}"/>
              </a:ext>
            </a:extLst>
          </p:cNvPr>
          <p:cNvSpPr>
            <a:spLocks xmlns:a="http://schemas.openxmlformats.org/drawingml/2006/main" noGrp="1"/>
          </p:cNvSpPr>
          <p:nvPr/>
        </p:nvSpPr>
        <p:spPr>
          <a:xfrm xmlns:a="http://schemas.openxmlformats.org/drawingml/2006/main">
            <a:off x="7223760" y="1554480"/>
            <a:ext cx="42976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4DA3FF"/>
                </a:solidFill>
                <a:latin typeface="Arial"/>
                <a:ea typeface="Arial"/>
                <a:cs typeface="Arial"/>
              </a:rPr>
              <a:t>TEAM NAME</a:t>
            </a:r>
            <a:endParaRPr sz="1100"/>
          </a:p>
        </p:txBody>
      </p:sp>
      <p:sp>
        <p:nvSpPr>
          <p:cNvPr id="9" name="Text 6">
            <a:extLst xmlns:a="http://schemas.openxmlformats.org/drawingml/2006/main">
              <a:ext uri="{FF2B5EF4-FFF2-40B4-BE49-F238E27FC236}">
                <a16:creationId xmlns:a16="http://schemas.microsoft.com/office/drawing/2014/main" id="{84D6079E-40FF-4892-B878-704BA73014E5}"/>
              </a:ext>
            </a:extLst>
          </p:cNvPr>
          <p:cNvSpPr>
            <a:spLocks xmlns:a="http://schemas.openxmlformats.org/drawingml/2006/main" noGrp="1"/>
          </p:cNvSpPr>
          <p:nvPr/>
        </p:nvSpPr>
        <p:spPr>
          <a:xfrm xmlns:a="http://schemas.openxmlformats.org/drawingml/2006/main">
            <a:off x="7223760" y="1801368"/>
            <a:ext cx="4297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FFFFFF"/>
                </a:solidFill>
                <a:latin typeface="Calibri"/>
                <a:ea typeface="Calibri"/>
                <a:cs typeface="Calibri"/>
              </a:rPr>
              <a:t>DataTrust AI</a:t>
            </a:r>
            <a:endParaRPr sz="1600"/>
          </a:p>
        </p:txBody>
      </p:sp>
      <p:sp>
        <p:nvSpPr>
          <p:cNvPr id="10" name="Text 7">
            <a:extLst xmlns:a="http://schemas.openxmlformats.org/drawingml/2006/main">
              <a:ext uri="{FF2B5EF4-FFF2-40B4-BE49-F238E27FC236}">
                <a16:creationId xmlns:a16="http://schemas.microsoft.com/office/drawing/2014/main" id="{B0C528E0-94DE-43F1-A7F9-61434F80B540}"/>
              </a:ext>
            </a:extLst>
          </p:cNvPr>
          <p:cNvSpPr>
            <a:spLocks xmlns:a="http://schemas.openxmlformats.org/drawingml/2006/main" noGrp="1"/>
          </p:cNvSpPr>
          <p:nvPr/>
        </p:nvSpPr>
        <p:spPr>
          <a:xfrm xmlns:a="http://schemas.openxmlformats.org/drawingml/2006/main">
            <a:off x="7223760" y="2249424"/>
            <a:ext cx="42976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4DA3FF"/>
                </a:solidFill>
                <a:latin typeface="Arial"/>
                <a:ea typeface="Arial"/>
                <a:cs typeface="Arial"/>
              </a:rPr>
              <a:t>TEAM ID</a:t>
            </a:r>
            <a:endParaRPr sz="1100"/>
          </a:p>
        </p:txBody>
      </p:sp>
      <p:sp>
        <p:nvSpPr>
          <p:cNvPr id="11" name="Text 8">
            <a:extLst xmlns:a="http://schemas.openxmlformats.org/drawingml/2006/main">
              <a:ext uri="{FF2B5EF4-FFF2-40B4-BE49-F238E27FC236}">
                <a16:creationId xmlns:a16="http://schemas.microsoft.com/office/drawing/2014/main" id="{72674527-C9B5-424A-AAC3-90163EAD80BA}"/>
              </a:ext>
            </a:extLst>
          </p:cNvPr>
          <p:cNvSpPr>
            <a:spLocks xmlns:a="http://schemas.openxmlformats.org/drawingml/2006/main" noGrp="1"/>
          </p:cNvSpPr>
          <p:nvPr/>
        </p:nvSpPr>
        <p:spPr>
          <a:xfrm xmlns:a="http://schemas.openxmlformats.org/drawingml/2006/main">
            <a:off x="7223760" y="2496312"/>
            <a:ext cx="4297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FFFFFF"/>
                </a:solidFill>
                <a:latin typeface="Calibri"/>
                <a:ea typeface="Calibri"/>
                <a:cs typeface="Calibri"/>
              </a:rPr>
              <a:t>Not provided</a:t>
            </a:r>
            <a:endParaRPr sz="1600"/>
          </a:p>
        </p:txBody>
      </p:sp>
      <p:sp>
        <p:nvSpPr>
          <p:cNvPr id="12" name="Text 9">
            <a:extLst xmlns:a="http://schemas.openxmlformats.org/drawingml/2006/main">
              <a:ext uri="{FF2B5EF4-FFF2-40B4-BE49-F238E27FC236}">
                <a16:creationId xmlns:a16="http://schemas.microsoft.com/office/drawing/2014/main" id="{172169E3-1D03-486C-87E4-FBC7061B2FF3}"/>
              </a:ext>
            </a:extLst>
          </p:cNvPr>
          <p:cNvSpPr>
            <a:spLocks xmlns:a="http://schemas.openxmlformats.org/drawingml/2006/main" noGrp="1"/>
          </p:cNvSpPr>
          <p:nvPr/>
        </p:nvSpPr>
        <p:spPr>
          <a:xfrm xmlns:a="http://schemas.openxmlformats.org/drawingml/2006/main">
            <a:off x="7223760" y="2944368"/>
            <a:ext cx="42976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4DA3FF"/>
                </a:solidFill>
                <a:latin typeface="Arial"/>
                <a:ea typeface="Arial"/>
                <a:cs typeface="Arial"/>
              </a:rPr>
              <a:t>PROBLEM STATEMENT ID</a:t>
            </a:r>
            <a:endParaRPr sz="1100"/>
          </a:p>
        </p:txBody>
      </p:sp>
      <p:sp>
        <p:nvSpPr>
          <p:cNvPr id="13" name="Text 10">
            <a:extLst xmlns:a="http://schemas.openxmlformats.org/drawingml/2006/main">
              <a:ext uri="{FF2B5EF4-FFF2-40B4-BE49-F238E27FC236}">
                <a16:creationId xmlns:a16="http://schemas.microsoft.com/office/drawing/2014/main" id="{8C685641-14E8-4B47-AF80-C2C07BDFB7E0}"/>
              </a:ext>
            </a:extLst>
          </p:cNvPr>
          <p:cNvSpPr>
            <a:spLocks xmlns:a="http://schemas.openxmlformats.org/drawingml/2006/main" noGrp="1"/>
          </p:cNvSpPr>
          <p:nvPr/>
        </p:nvSpPr>
        <p:spPr>
          <a:xfrm xmlns:a="http://schemas.openxmlformats.org/drawingml/2006/main">
            <a:off x="7223760" y="3191256"/>
            <a:ext cx="4297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FFFFFF"/>
                </a:solidFill>
                <a:latin typeface="Calibri"/>
                <a:ea typeface="Calibri"/>
                <a:cs typeface="Calibri"/>
              </a:rPr>
              <a:t>Not provided</a:t>
            </a:r>
            <a:endParaRPr sz="1600"/>
          </a:p>
        </p:txBody>
      </p:sp>
      <p:sp>
        <p:nvSpPr>
          <p:cNvPr id="14" name="Text 11">
            <a:extLst xmlns:a="http://schemas.openxmlformats.org/drawingml/2006/main">
              <a:ext uri="{FF2B5EF4-FFF2-40B4-BE49-F238E27FC236}">
                <a16:creationId xmlns:a16="http://schemas.microsoft.com/office/drawing/2014/main" id="{F084796D-E9F4-485E-A32A-ACD399788F25}"/>
              </a:ext>
            </a:extLst>
          </p:cNvPr>
          <p:cNvSpPr>
            <a:spLocks xmlns:a="http://schemas.openxmlformats.org/drawingml/2006/main" noGrp="1"/>
          </p:cNvSpPr>
          <p:nvPr/>
        </p:nvSpPr>
        <p:spPr>
          <a:xfrm xmlns:a="http://schemas.openxmlformats.org/drawingml/2006/main">
            <a:off x="7223760" y="3639312"/>
            <a:ext cx="42976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4DA3FF"/>
                </a:solidFill>
                <a:latin typeface="Arial"/>
                <a:ea typeface="Arial"/>
                <a:cs typeface="Arial"/>
              </a:rPr>
              <a:t>PROBLEM STATEMENT TITLE</a:t>
            </a:r>
            <a:endParaRPr sz="1100"/>
          </a:p>
        </p:txBody>
      </p:sp>
      <p:sp>
        <p:nvSpPr>
          <p:cNvPr id="15" name="Text 12">
            <a:extLst xmlns:a="http://schemas.openxmlformats.org/drawingml/2006/main">
              <a:ext uri="{FF2B5EF4-FFF2-40B4-BE49-F238E27FC236}">
                <a16:creationId xmlns:a16="http://schemas.microsoft.com/office/drawing/2014/main" id="{9234747F-79CA-49B9-B74F-DF8991F3A063}"/>
              </a:ext>
            </a:extLst>
          </p:cNvPr>
          <p:cNvSpPr>
            <a:spLocks xmlns:a="http://schemas.openxmlformats.org/drawingml/2006/main" noGrp="1"/>
          </p:cNvSpPr>
          <p:nvPr/>
        </p:nvSpPr>
        <p:spPr>
          <a:xfrm xmlns:a="http://schemas.openxmlformats.org/drawingml/2006/main">
            <a:off x="7223760" y="3886200"/>
            <a:ext cx="4297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FFFFFF"/>
                </a:solidFill>
                <a:latin typeface="Calibri"/>
                <a:ea typeface="Calibri"/>
                <a:cs typeface="Calibri"/>
              </a:rPr>
              <a:t>Trustworthy Knowledge Base</a:t>
            </a:r>
            <a:endParaRPr sz="1600"/>
          </a:p>
        </p:txBody>
      </p:sp>
      <p:sp>
        <p:nvSpPr>
          <p:cNvPr id="16" name="Text 13">
            <a:extLst xmlns:a="http://schemas.openxmlformats.org/drawingml/2006/main">
              <a:ext uri="{FF2B5EF4-FFF2-40B4-BE49-F238E27FC236}">
                <a16:creationId xmlns:a16="http://schemas.microsoft.com/office/drawing/2014/main" id="{8CA84D9E-40BB-46D4-986A-98F0BC5CDFD6}"/>
              </a:ext>
            </a:extLst>
          </p:cNvPr>
          <p:cNvSpPr>
            <a:spLocks xmlns:a="http://schemas.openxmlformats.org/drawingml/2006/main" noGrp="1"/>
          </p:cNvSpPr>
          <p:nvPr/>
        </p:nvSpPr>
        <p:spPr>
          <a:xfrm xmlns:a="http://schemas.openxmlformats.org/drawingml/2006/main">
            <a:off x="7223760" y="4334256"/>
            <a:ext cx="42976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4DA3FF"/>
                </a:solidFill>
                <a:latin typeface="Arial"/>
                <a:ea typeface="Arial"/>
                <a:cs typeface="Arial"/>
              </a:rPr>
              <a:t>THEME / DOMAIN</a:t>
            </a:r>
            <a:endParaRPr sz="1100"/>
          </a:p>
        </p:txBody>
      </p:sp>
      <p:sp>
        <p:nvSpPr>
          <p:cNvPr id="17" name="Text 14">
            <a:extLst xmlns:a="http://schemas.openxmlformats.org/drawingml/2006/main">
              <a:ext uri="{FF2B5EF4-FFF2-40B4-BE49-F238E27FC236}">
                <a16:creationId xmlns:a16="http://schemas.microsoft.com/office/drawing/2014/main" id="{1F52FE81-9616-40C5-A9CC-B7ACCAA46CA3}"/>
              </a:ext>
            </a:extLst>
          </p:cNvPr>
          <p:cNvSpPr>
            <a:spLocks xmlns:a="http://schemas.openxmlformats.org/drawingml/2006/main" noGrp="1"/>
          </p:cNvSpPr>
          <p:nvPr/>
        </p:nvSpPr>
        <p:spPr>
          <a:xfrm xmlns:a="http://schemas.openxmlformats.org/drawingml/2006/main">
            <a:off x="7223760" y="4581144"/>
            <a:ext cx="4297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FFFFFF"/>
                </a:solidFill>
                <a:latin typeface="Calibri"/>
                <a:ea typeface="Calibri"/>
                <a:cs typeface="Calibri"/>
              </a:rPr>
              <a:t>AI &amp; Data Engineering</a:t>
            </a:r>
            <a:endParaRPr sz="1600"/>
          </a:p>
        </p:txBody>
      </p:sp>
      <p:sp>
        <p:nvSpPr>
          <p:cNvPr id="18" name="Text 15">
            <a:extLst xmlns:a="http://schemas.openxmlformats.org/drawingml/2006/main">
              <a:ext uri="{FF2B5EF4-FFF2-40B4-BE49-F238E27FC236}">
                <a16:creationId xmlns:a16="http://schemas.microsoft.com/office/drawing/2014/main" id="{20253905-8201-408E-9CFA-E53A47C3FCDD}"/>
              </a:ext>
            </a:extLst>
          </p:cNvPr>
          <p:cNvSpPr>
            <a:spLocks xmlns:a="http://schemas.openxmlformats.org/drawingml/2006/main" noGrp="1"/>
          </p:cNvSpPr>
          <p:nvPr/>
        </p:nvSpPr>
        <p:spPr>
          <a:xfrm xmlns:a="http://schemas.openxmlformats.org/drawingml/2006/main">
            <a:off x="7223760" y="5029200"/>
            <a:ext cx="42976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4DA3FF"/>
                </a:solidFill>
                <a:latin typeface="Arial"/>
                <a:ea typeface="Arial"/>
                <a:cs typeface="Arial"/>
              </a:rPr>
              <a:t>CATEGORY</a:t>
            </a:r>
            <a:endParaRPr sz="1100"/>
          </a:p>
        </p:txBody>
      </p:sp>
      <p:sp>
        <p:nvSpPr>
          <p:cNvPr id="19" name="Text 16">
            <a:extLst xmlns:a="http://schemas.openxmlformats.org/drawingml/2006/main">
              <a:ext uri="{FF2B5EF4-FFF2-40B4-BE49-F238E27FC236}">
                <a16:creationId xmlns:a16="http://schemas.microsoft.com/office/drawing/2014/main" id="{BAC84DB8-D7FD-457F-9C78-2E0F780FB5CC}"/>
              </a:ext>
            </a:extLst>
          </p:cNvPr>
          <p:cNvSpPr>
            <a:spLocks xmlns:a="http://schemas.openxmlformats.org/drawingml/2006/main" noGrp="1"/>
          </p:cNvSpPr>
          <p:nvPr/>
        </p:nvSpPr>
        <p:spPr>
          <a:xfrm xmlns:a="http://schemas.openxmlformats.org/drawingml/2006/main">
            <a:off x="7223760" y="5276088"/>
            <a:ext cx="4297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FFFFFF"/>
                </a:solidFill>
                <a:latin typeface="Calibri"/>
                <a:ea typeface="Calibri"/>
                <a:cs typeface="Calibri"/>
              </a:rPr>
              <a:t>Software</a:t>
            </a:r>
            <a:endParaRPr sz="1600"/>
          </a:p>
        </p:txBody>
      </p:sp>
      <p:sp>
        <p:nvSpPr>
          <p:cNvPr id="20" name="Text 17">
            <a:extLst xmlns:a="http://schemas.openxmlformats.org/drawingml/2006/main">
              <a:ext uri="{FF2B5EF4-FFF2-40B4-BE49-F238E27FC236}">
                <a16:creationId xmlns:a16="http://schemas.microsoft.com/office/drawing/2014/main" id="{F8DEB9C2-BD8F-438F-B9AB-D090C7BF9863}"/>
              </a:ext>
            </a:extLst>
          </p:cNvPr>
          <p:cNvSpPr>
            <a:spLocks xmlns:a="http://schemas.openxmlformats.org/drawingml/2006/main" noGrp="1"/>
          </p:cNvSpPr>
          <p:nvPr/>
        </p:nvSpPr>
        <p:spPr>
          <a:xfrm xmlns:a="http://schemas.openxmlformats.org/drawingml/2006/main">
            <a:off x="548640" y="6355080"/>
            <a:ext cx="11064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9CC4FF"/>
                </a:solidFill>
                <a:latin typeface="Calibri"/>
                <a:ea typeface="Calibri"/>
                <a:cs typeface="Calibri"/>
              </a:rPr>
              <a:t>hypnexismuj.com   |   @hypnexis.muj   |   hypnexis2026@muj.manipal.edu</a:t>
            </a:r>
            <a:endParaRPr sz="1100"/>
          </a:p>
        </p:txBody>
      </p:sp>
    </p:spTree>
    <p:extLst>
      <p:ext uri="{BB962C8B-B14F-4D97-AF65-F5344CB8AC3E}">
        <p14:creationId xmlns:p14="http://schemas.microsoft.com/office/powerpoint/2010/main" val="146482305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DB928BE-0B02-4F1D-82C9-C314CA855DF4}"/>
              </a:ext>
            </a:extLst>
          </p:cNvPr>
          <p:cNvSpPr>
            <a:spLocks xmlns:a="http://schemas.openxmlformats.org/drawingml/2006/main" noGrp="1"/>
          </p:cNvSpPr>
          <p:nvPr/>
        </p:nvSpPr>
        <p:spPr>
          <a:xfrm xmlns:a="http://schemas.openxmlformats.org/drawingml/2006/main">
            <a:off x="457200" y="960120"/>
            <a:ext cx="1127455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600" b="1" spc="200">
                <a:solidFill>
                  <a:srgbClr val="FFFFFF"/>
                </a:solidFill>
                <a:latin typeface="Arial"/>
                <a:ea typeface="Arial"/>
                <a:cs typeface="Arial"/>
              </a:rPr>
              <a:t>DATATRUST AI</a:t>
            </a:r>
            <a:endParaRPr sz="3600"/>
          </a:p>
        </p:txBody>
      </p:sp>
      <p:sp>
        <p:nvSpPr>
          <p:cNvPr id="3" name="Team tag">
            <a:extLst xmlns:a="http://schemas.openxmlformats.org/drawingml/2006/main">
              <a:ext uri="{FF2B5EF4-FFF2-40B4-BE49-F238E27FC236}">
                <a16:creationId xmlns:a16="http://schemas.microsoft.com/office/drawing/2014/main" id="{3A0094AC-1A8F-4DDC-8C19-1ED642196279}"/>
              </a:ext>
            </a:extLst>
          </p:cNvPr>
          <p:cNvSpPr>
            <a:spLocks xmlns:a="http://schemas.openxmlformats.org/drawingml/2006/main" noGrp="1"/>
          </p:cNvSpPr>
          <p:nvPr/>
        </p:nvSpPr>
        <p:spPr>
          <a:xfrm xmlns:a="http://schemas.openxmlformats.org/drawingml/2006/main">
            <a:off x="8503920" y="1097280"/>
            <a:ext cx="322783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9CC4FF"/>
                </a:solidFill>
                <a:latin typeface="Calibri"/>
                <a:ea typeface="Calibri"/>
                <a:cs typeface="Calibri"/>
              </a:rPr>
              <a:t>DataTrust AI  |  Team ID pending</a:t>
            </a:r>
            <a:endParaRPr sz="1200"/>
          </a:p>
        </p:txBody>
      </p:sp>
      <p:sp>
        <p:nvSpPr>
          <p:cNvPr id="4" name="Problem card">
            <a:extLst xmlns:a="http://schemas.openxmlformats.org/drawingml/2006/main">
              <a:ext uri="{FF2B5EF4-FFF2-40B4-BE49-F238E27FC236}">
                <a16:creationId xmlns:a16="http://schemas.microsoft.com/office/drawing/2014/main" id="{E6FD2254-DAEE-4243-822B-B39DC44ED9A1}"/>
              </a:ext>
            </a:extLst>
          </p:cNvPr>
          <p:cNvSpPr>
            <a:spLocks xmlns:a="http://schemas.openxmlformats.org/drawingml/2006/main" noGrp="1"/>
          </p:cNvSpPr>
          <p:nvPr/>
        </p:nvSpPr>
        <p:spPr>
          <a:xfrm xmlns:a="http://schemas.openxmlformats.org/drawingml/2006/main">
            <a:off x="457200" y="1691640"/>
            <a:ext cx="5486400" cy="4434840"/>
          </a:xfrm>
          <a:prstGeom xmlns:a="http://schemas.openxmlformats.org/drawingml/2006/main" prst="roundRect">
            <a:avLst>
              <a:gd name="adj" fmla="val 2474"/>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5" name="Problem head">
            <a:extLst xmlns:a="http://schemas.openxmlformats.org/drawingml/2006/main">
              <a:ext uri="{FF2B5EF4-FFF2-40B4-BE49-F238E27FC236}">
                <a16:creationId xmlns:a16="http://schemas.microsoft.com/office/drawing/2014/main" id="{690D0E3F-A0A1-4604-BBEE-A33BA98168A0}"/>
              </a:ext>
            </a:extLst>
          </p:cNvPr>
          <p:cNvSpPr>
            <a:spLocks xmlns:a="http://schemas.openxmlformats.org/drawingml/2006/main" noGrp="1"/>
          </p:cNvSpPr>
          <p:nvPr/>
        </p:nvSpPr>
        <p:spPr>
          <a:xfrm xmlns:a="http://schemas.openxmlformats.org/drawingml/2006/main">
            <a:off x="731520" y="1874520"/>
            <a:ext cx="49377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PROBLEM STATEMENT</a:t>
            </a:r>
            <a:endParaRPr sz="1500"/>
          </a:p>
        </p:txBody>
      </p:sp>
      <p:sp>
        <p:nvSpPr>
          <p:cNvPr id="6" name="Problem body">
            <a:extLst xmlns:a="http://schemas.openxmlformats.org/drawingml/2006/main">
              <a:ext uri="{FF2B5EF4-FFF2-40B4-BE49-F238E27FC236}">
                <a16:creationId xmlns:a16="http://schemas.microsoft.com/office/drawing/2014/main" id="{44491090-5A3B-4EFB-873A-976C629AE6E4}"/>
              </a:ext>
            </a:extLst>
          </p:cNvPr>
          <p:cNvSpPr>
            <a:spLocks xmlns:a="http://schemas.openxmlformats.org/drawingml/2006/main" noGrp="1"/>
          </p:cNvSpPr>
          <p:nvPr/>
        </p:nvSpPr>
        <p:spPr>
          <a:xfrm xmlns:a="http://schemas.openxmlformats.org/drawingml/2006/main">
            <a:off x="731520" y="2286000"/>
            <a:ext cx="493776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600"/>
              </a:spcAft>
              <a:buSzPct val="100000"/>
              <a:buChar char="•"/>
            </a:pPr>
            <a:r>
              <a:rPr sz="1400">
                <a:solidFill>
                  <a:srgbClr val="FFFFFF"/>
                </a:solidFill>
                <a:latin typeface="Calibri"/>
                <a:ea typeface="Calibri"/>
                <a:cs typeface="Calibri"/>
              </a:rPr>
              <a:t>Files change but indexes can go stale.</a:t>
            </a:r>
            <a:endParaRPr sz="1400"/>
          </a:p>
          <a:p xmlns:a="http://schemas.openxmlformats.org/drawingml/2006/main">
            <a:pPr marL="342900" indent="-342900">
              <a:spcAft>
                <a:spcPts val="600"/>
              </a:spcAft>
              <a:buSzPct val="100000"/>
              <a:buChar char="•"/>
            </a:pPr>
            <a:r>
              <a:rPr sz="1400">
                <a:solidFill>
                  <a:srgbClr val="FFFFFF"/>
                </a:solidFill>
                <a:latin typeface="Calibri"/>
                <a:ea typeface="Calibri"/>
                <a:cs typeface="Calibri"/>
              </a:rPr>
              <a:t>Conflicting sources need both claims shown.</a:t>
            </a:r>
            <a:endParaRPr sz="1400"/>
          </a:p>
          <a:p xmlns:a="http://schemas.openxmlformats.org/drawingml/2006/main">
            <a:pPr marL="342900" indent="-342900">
              <a:spcAft>
                <a:spcPts val="600"/>
              </a:spcAft>
              <a:buSzPct val="100000"/>
              <a:buChar char="•"/>
            </a:pPr>
            <a:r>
              <a:rPr sz="1400">
                <a:solidFill>
                  <a:srgbClr val="FFFFFF"/>
                </a:solidFill>
                <a:latin typeface="Calibri"/>
                <a:ea typeface="Calibri"/>
                <a:cs typeface="Calibri"/>
              </a:rPr>
              <a:t>Prompt injections and language gaps erode trust.</a:t>
            </a:r>
            <a:endParaRPr sz="1400"/>
          </a:p>
        </p:txBody>
      </p:sp>
      <p:sp>
        <p:nvSpPr>
          <p:cNvPr id="7" name="Solution card">
            <a:extLst xmlns:a="http://schemas.openxmlformats.org/drawingml/2006/main">
              <a:ext uri="{FF2B5EF4-FFF2-40B4-BE49-F238E27FC236}">
                <a16:creationId xmlns:a16="http://schemas.microsoft.com/office/drawing/2014/main" id="{B9179F29-2F02-45DA-9D09-CB735845190B}"/>
              </a:ext>
            </a:extLst>
          </p:cNvPr>
          <p:cNvSpPr>
            <a:spLocks xmlns:a="http://schemas.openxmlformats.org/drawingml/2006/main" noGrp="1"/>
          </p:cNvSpPr>
          <p:nvPr/>
        </p:nvSpPr>
        <p:spPr>
          <a:xfrm xmlns:a="http://schemas.openxmlformats.org/drawingml/2006/main">
            <a:off x="6245352" y="1691640"/>
            <a:ext cx="5486400" cy="2743200"/>
          </a:xfrm>
          <a:prstGeom xmlns:a="http://schemas.openxmlformats.org/drawingml/2006/main" prst="roundRect">
            <a:avLst>
              <a:gd name="adj" fmla="val 4000"/>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8" name="Solution head">
            <a:extLst xmlns:a="http://schemas.openxmlformats.org/drawingml/2006/main">
              <a:ext uri="{FF2B5EF4-FFF2-40B4-BE49-F238E27FC236}">
                <a16:creationId xmlns:a16="http://schemas.microsoft.com/office/drawing/2014/main" id="{85A324C7-CF03-4039-99A6-64D81ABCF7BB}"/>
              </a:ext>
            </a:extLst>
          </p:cNvPr>
          <p:cNvSpPr>
            <a:spLocks xmlns:a="http://schemas.openxmlformats.org/drawingml/2006/main" noGrp="1"/>
          </p:cNvSpPr>
          <p:nvPr/>
        </p:nvSpPr>
        <p:spPr>
          <a:xfrm xmlns:a="http://schemas.openxmlformats.org/drawingml/2006/main">
            <a:off x="6519672" y="1874520"/>
            <a:ext cx="49377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OUR SOLUTION</a:t>
            </a:r>
            <a:endParaRPr sz="1500"/>
          </a:p>
        </p:txBody>
      </p:sp>
      <p:sp>
        <p:nvSpPr>
          <p:cNvPr id="9" name="Solution body">
            <a:extLst xmlns:a="http://schemas.openxmlformats.org/drawingml/2006/main">
              <a:ext uri="{FF2B5EF4-FFF2-40B4-BE49-F238E27FC236}">
                <a16:creationId xmlns:a16="http://schemas.microsoft.com/office/drawing/2014/main" id="{00938271-0837-458B-85A2-4B8B1B012934}"/>
              </a:ext>
            </a:extLst>
          </p:cNvPr>
          <p:cNvSpPr>
            <a:spLocks xmlns:a="http://schemas.openxmlformats.org/drawingml/2006/main" noGrp="1"/>
          </p:cNvSpPr>
          <p:nvPr/>
        </p:nvSpPr>
        <p:spPr>
          <a:xfrm xmlns:a="http://schemas.openxmlformats.org/drawingml/2006/main">
            <a:off x="6519672" y="2286000"/>
            <a:ext cx="4937760" cy="2011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600"/>
              </a:spcAft>
              <a:buSzPct val="100000"/>
              <a:buChar char="•"/>
            </a:pPr>
            <a:r>
              <a:rPr sz="1400">
                <a:solidFill>
                  <a:srgbClr val="FFFFFF"/>
                </a:solidFill>
                <a:latin typeface="Calibri"/>
                <a:ea typeface="Calibri"/>
                <a:cs typeface="Calibri"/>
              </a:rPr>
              <a:t>Incremental add, edit and delete.</a:t>
            </a:r>
            <a:endParaRPr sz="1400"/>
          </a:p>
          <a:p xmlns:a="http://schemas.openxmlformats.org/drawingml/2006/main">
            <a:pPr marL="342900" indent="-342900">
              <a:spcAft>
                <a:spcPts val="600"/>
              </a:spcAft>
              <a:buSzPct val="100000"/>
              <a:buChar char="•"/>
            </a:pPr>
            <a:r>
              <a:rPr sz="1400">
                <a:solidFill>
                  <a:srgbClr val="FFFFFF"/>
                </a:solidFill>
                <a:latin typeface="Calibri"/>
                <a:ea typeface="Calibri"/>
                <a:cs typeface="Calibri"/>
              </a:rPr>
              <a:t>Keep both claims with their source records.</a:t>
            </a:r>
            <a:endParaRPr sz="1400"/>
          </a:p>
          <a:p xmlns:a="http://schemas.openxmlformats.org/drawingml/2006/main">
            <a:pPr marL="342900" indent="-342900">
              <a:spcAft>
                <a:spcPts val="600"/>
              </a:spcAft>
              <a:buSzPct val="100000"/>
              <a:buChar char="•"/>
            </a:pPr>
            <a:r>
              <a:rPr sz="1400">
                <a:solidFill>
                  <a:srgbClr val="FFFFFF"/>
                </a:solidFill>
                <a:latin typeface="Calibri"/>
                <a:ea typeface="Calibri"/>
                <a:cs typeface="Calibri"/>
              </a:rPr>
              <a:t>Answer Hindi questions over English documents.</a:t>
            </a:r>
            <a:endParaRPr sz="1400"/>
          </a:p>
        </p:txBody>
      </p:sp>
      <p:sp>
        <p:nvSpPr>
          <p:cNvPr id="10" name="Visual card">
            <a:extLst xmlns:a="http://schemas.openxmlformats.org/drawingml/2006/main">
              <a:ext uri="{FF2B5EF4-FFF2-40B4-BE49-F238E27FC236}">
                <a16:creationId xmlns:a16="http://schemas.microsoft.com/office/drawing/2014/main" id="{79769746-62D1-4116-A972-F8266C7C3B55}"/>
              </a:ext>
            </a:extLst>
          </p:cNvPr>
          <p:cNvSpPr>
            <a:spLocks xmlns:a="http://schemas.openxmlformats.org/drawingml/2006/main" noGrp="1"/>
          </p:cNvSpPr>
          <p:nvPr/>
        </p:nvSpPr>
        <p:spPr>
          <a:xfrm xmlns:a="http://schemas.openxmlformats.org/drawingml/2006/main">
            <a:off x="6245352" y="4617720"/>
            <a:ext cx="5486400" cy="1508760"/>
          </a:xfrm>
          <a:prstGeom xmlns:a="http://schemas.openxmlformats.org/drawingml/2006/main" prst="roundRect">
            <a:avLst>
              <a:gd name="adj" fmla="val 7273"/>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11" name="Image placeholder text">
            <a:extLst xmlns:a="http://schemas.openxmlformats.org/drawingml/2006/main">
              <a:ext uri="{FF2B5EF4-FFF2-40B4-BE49-F238E27FC236}">
                <a16:creationId xmlns:a16="http://schemas.microsoft.com/office/drawing/2014/main" id="{E7EF1465-EAAB-4A16-A020-85708C678F04}"/>
              </a:ext>
            </a:extLst>
          </p:cNvPr>
          <p:cNvSpPr>
            <a:spLocks xmlns:a="http://schemas.openxmlformats.org/drawingml/2006/main" noGrp="1"/>
          </p:cNvSpPr>
          <p:nvPr/>
        </p:nvSpPr>
        <p:spPr>
          <a:xfrm xmlns:a="http://schemas.openxmlformats.org/drawingml/2006/main">
            <a:off x="6245352" y="4617720"/>
            <a:ext cx="5486400" cy="1508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defPPr algn="ctr">
              <a:defRPr sz="1500" b="1" i="0">
                <a:solidFill>
                  <a:srgbClr val="FFFFFF"/>
                </a:solidFill>
                <a:latin typeface="Arial"/>
                <a:ea typeface="Arial"/>
                <a:cs typeface="Arial"/>
              </a:defRPr>
            </a:defPPr>
            <a:lvl1pPr algn="ctr">
              <a:defRPr sz="1500" b="1" i="0">
                <a:solidFill>
                  <a:srgbClr val="FFFFFF"/>
                </a:solidFill>
                <a:latin typeface="Arial"/>
                <a:ea typeface="Arial"/>
                <a:cs typeface="Arial"/>
              </a:defRPr>
            </a:lvl1pPr>
            <a:lvl2pPr algn="ctr">
              <a:defRPr sz="1500" b="1" i="0">
                <a:solidFill>
                  <a:srgbClr val="FFFFFF"/>
                </a:solidFill>
                <a:latin typeface="Arial"/>
                <a:ea typeface="Arial"/>
                <a:cs typeface="Arial"/>
              </a:defRPr>
            </a:lvl2pPr>
            <a:lvl3pPr algn="ctr">
              <a:defRPr sz="1500" b="1" i="0">
                <a:solidFill>
                  <a:srgbClr val="FFFFFF"/>
                </a:solidFill>
                <a:latin typeface="Arial"/>
                <a:ea typeface="Arial"/>
                <a:cs typeface="Arial"/>
              </a:defRPr>
            </a:lvl3pPr>
            <a:lvl4pPr algn="ctr">
              <a:defRPr sz="1500" b="1" i="0">
                <a:solidFill>
                  <a:srgbClr val="FFFFFF"/>
                </a:solidFill>
                <a:latin typeface="Arial"/>
                <a:ea typeface="Arial"/>
                <a:cs typeface="Arial"/>
              </a:defRPr>
            </a:lvl4pPr>
            <a:lvl5pPr algn="ctr">
              <a:defRPr sz="1500" b="1" i="0">
                <a:solidFill>
                  <a:srgbClr val="FFFFFF"/>
                </a:solidFill>
                <a:latin typeface="Arial"/>
                <a:ea typeface="Arial"/>
                <a:cs typeface="Arial"/>
              </a:defRPr>
            </a:lvl5pPr>
            <a:lvl6pPr algn="ctr">
              <a:defRPr sz="1500" b="1" i="0">
                <a:solidFill>
                  <a:srgbClr val="FFFFFF"/>
                </a:solidFill>
                <a:latin typeface="Arial"/>
                <a:ea typeface="Arial"/>
                <a:cs typeface="Arial"/>
              </a:defRPr>
            </a:lvl6pPr>
            <a:lvl7pPr algn="ctr">
              <a:defRPr sz="1500" b="1" i="0">
                <a:solidFill>
                  <a:srgbClr val="FFFFFF"/>
                </a:solidFill>
                <a:latin typeface="Arial"/>
                <a:ea typeface="Arial"/>
                <a:cs typeface="Arial"/>
              </a:defRPr>
            </a:lvl7pPr>
            <a:lvl8pPr algn="ctr">
              <a:defRPr sz="1500" b="1" i="0">
                <a:solidFill>
                  <a:srgbClr val="FFFFFF"/>
                </a:solidFill>
                <a:latin typeface="Arial"/>
                <a:ea typeface="Arial"/>
                <a:cs typeface="Arial"/>
              </a:defRPr>
            </a:lvl8pPr>
            <a:lvl9pPr algn="ctr">
              <a:defRPr sz="1500" b="1" i="0">
                <a:solidFill>
                  <a:srgbClr val="FFFFFF"/>
                </a:solidFill>
                <a:latin typeface="Arial"/>
                <a:ea typeface="Arial"/>
                <a:cs typeface="Arial"/>
              </a:defRPr>
            </a:lvl9pPr>
          </a:lstStyle>
          <a:p xmlns:a="http://schemas.openxmlformats.org/drawingml/2006/main">
            <a:pPr marL="0" indent="0" algn="ctr">
              <a:buNone/>
              <a:defRPr sz="1500" b="1" i="0">
                <a:solidFill>
                  <a:srgbClr val="FFFFFF"/>
                </a:solidFill>
                <a:latin typeface="Arial"/>
                <a:ea typeface="Arial"/>
                <a:cs typeface="Arial"/>
              </a:defRPr>
            </a:pPr>
            <a:r>
              <a:rPr sz="1500" b="1" i="0">
                <a:solidFill>
                  <a:srgbClr val="FFFFFF"/>
                </a:solidFill>
                <a:latin typeface="Arial"/>
                <a:ea typeface="Arial"/>
                <a:cs typeface="Arial"/>
              </a:rPr>
              <a:t>500 documents in 7.7 seconds</a:t>
            </a:r>
            <a:endParaRPr sz="1400"/>
          </a:p>
          <a:p xmlns:a="http://schemas.openxmlformats.org/drawingml/2006/main">
            <a:pPr marL="0" indent="0" algn="ctr">
              <a:buNone/>
              <a:defRPr sz="1500" b="1" i="0">
                <a:solidFill>
                  <a:srgbClr val="FFFFFF"/>
                </a:solidFill>
                <a:latin typeface="Arial"/>
                <a:ea typeface="Arial"/>
                <a:cs typeface="Arial"/>
              </a:defRPr>
            </a:pPr>
            <a:r>
              <a:rPr sz="1500" b="1" i="0">
                <a:solidFill>
                  <a:srgbClr val="FFFFFF"/>
                </a:solidFill>
                <a:latin typeface="Arial"/>
                <a:ea typeface="Arial"/>
                <a:cs typeface="Arial"/>
              </a:rPr>
              <a:t>504 docs · 539 entities · 40 edges</a:t>
            </a:r>
            <a:endParaRPr sz="1400"/>
          </a:p>
          <a:p xmlns:a="http://schemas.openxmlformats.org/drawingml/2006/main">
            <a:pPr marL="0" indent="0" algn="ctr">
              <a:buNone/>
              <a:defRPr sz="1500" b="1" i="0">
                <a:solidFill>
                  <a:srgbClr val="FFFFFF"/>
                </a:solidFill>
                <a:latin typeface="Arial"/>
                <a:ea typeface="Arial"/>
                <a:cs typeface="Arial"/>
              </a:defRPr>
            </a:pPr>
            <a:r>
              <a:rPr sz="1500" b="1" i="0">
                <a:solidFill>
                  <a:srgbClr val="FFFFFF"/>
                </a:solidFill>
                <a:latin typeface="Arial"/>
                <a:ea typeface="Arial"/>
                <a:cs typeface="Arial"/>
              </a:rPr>
              <a:t>Isolated local benchmark</a:t>
            </a:r>
            <a:endParaRPr sz="1400"/>
          </a:p>
        </p:txBody>
      </p:sp>
      <p:sp>
        <p:nvSpPr>
          <p:cNvPr id="25" name="Slide Number Placeholder 0">
            <a:extLst xmlns:a="http://schemas.openxmlformats.org/drawingml/2006/main">
              <a:ext uri="{FF2B5EF4-FFF2-40B4-BE49-F238E27FC236}">
                <a16:creationId xmlns:a16="http://schemas.microsoft.com/office/drawing/2014/main" id="{FD038C33-4A8E-4BF3-B3B4-27969BF93B5E}"/>
              </a:ext>
            </a:extLst>
          </p:cNvPr>
          <p:cNvSpPr>
            <a:spLocks xmlns:a="http://schemas.openxmlformats.org/drawingml/2006/main" noGrp="1"/>
          </p:cNvSpPr>
          <p:nvPr>
            <p:ph type="sldNum" idx="4294967295"/>
          </p:nvPr>
        </p:nvSpPr>
        <p:spPr>
          <a:xfrm xmlns:a="http://schemas.openxmlformats.org/drawingml/2006/main">
            <a:off x="11155680" y="6428232"/>
            <a:ext cx="576072"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9CC4FF"/>
                </a:solidFill>
                <a:latin typeface="Arial"/>
                <a:ea typeface="Arial"/>
                <a:cs typeface="Arial"/>
              </a:defRPr>
            </a:lvl1pPr>
          </a:lstStyle>
          <a:p xmlns:a="http://schemas.openxmlformats.org/drawingml/2006/main">
            <a:pPr algn="r">
              <a:buNone/>
            </a:pPr>
            <a:fld id="{F7021451-1387-4CA6-816F-3879F97B5CBC}" type="slidenum">
              <a:rPr b="0"/>
              <a:t>2</a:t>
            </a:fld>
            <a:endParaRPr/>
          </a:p>
        </p:txBody>
      </p:sp>
    </p:spTree>
    <p:extLst>
      <p:ext uri="{BB962C8B-B14F-4D97-AF65-F5344CB8AC3E}">
        <p14:creationId xmlns:p14="http://schemas.microsoft.com/office/powerpoint/2010/main" val="52561976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FA75ADD-4D6E-434F-8393-FFFBC3356BA4}"/>
              </a:ext>
            </a:extLst>
          </p:cNvPr>
          <p:cNvSpPr>
            <a:spLocks xmlns:a="http://schemas.openxmlformats.org/drawingml/2006/main" noGrp="1"/>
          </p:cNvSpPr>
          <p:nvPr/>
        </p:nvSpPr>
        <p:spPr>
          <a:xfrm xmlns:a="http://schemas.openxmlformats.org/drawingml/2006/main">
            <a:off x="457200" y="960120"/>
            <a:ext cx="1127455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600" b="1" spc="200">
                <a:solidFill>
                  <a:srgbClr val="FFFFFF"/>
                </a:solidFill>
                <a:latin typeface="Arial"/>
                <a:ea typeface="Arial"/>
                <a:cs typeface="Arial"/>
              </a:rPr>
              <a:t>TECHNICAL APPROACH</a:t>
            </a:r>
            <a:endParaRPr sz="3600"/>
          </a:p>
        </p:txBody>
      </p:sp>
      <p:sp>
        <p:nvSpPr>
          <p:cNvPr id="3" name="Team tag">
            <a:extLst xmlns:a="http://schemas.openxmlformats.org/drawingml/2006/main">
              <a:ext uri="{FF2B5EF4-FFF2-40B4-BE49-F238E27FC236}">
                <a16:creationId xmlns:a16="http://schemas.microsoft.com/office/drawing/2014/main" id="{C1EA5B08-FE3C-4939-BEC1-392DCAD87C85}"/>
              </a:ext>
            </a:extLst>
          </p:cNvPr>
          <p:cNvSpPr>
            <a:spLocks xmlns:a="http://schemas.openxmlformats.org/drawingml/2006/main" noGrp="1"/>
          </p:cNvSpPr>
          <p:nvPr/>
        </p:nvSpPr>
        <p:spPr>
          <a:xfrm xmlns:a="http://schemas.openxmlformats.org/drawingml/2006/main">
            <a:off x="8503920" y="1097280"/>
            <a:ext cx="322783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9CC4FF"/>
                </a:solidFill>
                <a:latin typeface="Calibri"/>
                <a:ea typeface="Calibri"/>
                <a:cs typeface="Calibri"/>
              </a:rPr>
              <a:t>DataTrust AI  |  Team ID pending</a:t>
            </a:r>
            <a:endParaRPr sz="1200"/>
          </a:p>
        </p:txBody>
      </p:sp>
      <p:sp>
        <p:nvSpPr>
          <p:cNvPr id="4" name="Architecture card">
            <a:extLst xmlns:a="http://schemas.openxmlformats.org/drawingml/2006/main">
              <a:ext uri="{FF2B5EF4-FFF2-40B4-BE49-F238E27FC236}">
                <a16:creationId xmlns:a16="http://schemas.microsoft.com/office/drawing/2014/main" id="{6C7972C3-55CA-4383-BAD6-A507F91DC820}"/>
              </a:ext>
            </a:extLst>
          </p:cNvPr>
          <p:cNvSpPr>
            <a:spLocks xmlns:a="http://schemas.openxmlformats.org/drawingml/2006/main" noGrp="1"/>
          </p:cNvSpPr>
          <p:nvPr/>
        </p:nvSpPr>
        <p:spPr>
          <a:xfrm xmlns:a="http://schemas.openxmlformats.org/drawingml/2006/main">
            <a:off x="457200" y="1691640"/>
            <a:ext cx="5486400" cy="4434840"/>
          </a:xfrm>
          <a:prstGeom xmlns:a="http://schemas.openxmlformats.org/drawingml/2006/main" prst="roundRect">
            <a:avLst>
              <a:gd name="adj" fmla="val 2474"/>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5" name="Arch head">
            <a:extLst xmlns:a="http://schemas.openxmlformats.org/drawingml/2006/main">
              <a:ext uri="{FF2B5EF4-FFF2-40B4-BE49-F238E27FC236}">
                <a16:creationId xmlns:a16="http://schemas.microsoft.com/office/drawing/2014/main" id="{4B2A7553-B886-4F02-B6D3-2CB488691A5A}"/>
              </a:ext>
            </a:extLst>
          </p:cNvPr>
          <p:cNvSpPr>
            <a:spLocks xmlns:a="http://schemas.openxmlformats.org/drawingml/2006/main" noGrp="1"/>
          </p:cNvSpPr>
          <p:nvPr/>
        </p:nvSpPr>
        <p:spPr>
          <a:xfrm xmlns:a="http://schemas.openxmlformats.org/drawingml/2006/main">
            <a:off x="731520" y="1874520"/>
            <a:ext cx="49377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SYSTEM ARCHITECTURE</a:t>
            </a:r>
            <a:endParaRPr sz="1500"/>
          </a:p>
        </p:txBody>
      </p:sp>
      <p:sp>
        <p:nvSpPr>
          <p:cNvPr id="6" name="Arch body">
            <a:extLst xmlns:a="http://schemas.openxmlformats.org/drawingml/2006/main">
              <a:ext uri="{FF2B5EF4-FFF2-40B4-BE49-F238E27FC236}">
                <a16:creationId xmlns:a16="http://schemas.microsoft.com/office/drawing/2014/main" id="{55B52155-67A4-4574-9FAC-2A9F7A3AEC1A}"/>
              </a:ext>
            </a:extLst>
          </p:cNvPr>
          <p:cNvSpPr>
            <a:spLocks xmlns:a="http://schemas.openxmlformats.org/drawingml/2006/main" noGrp="1"/>
          </p:cNvSpPr>
          <p:nvPr/>
        </p:nvSpPr>
        <p:spPr>
          <a:xfrm xmlns:a="http://schemas.openxmlformats.org/drawingml/2006/main">
            <a:off x="731520" y="2286000"/>
            <a:ext cx="493776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600"/>
              </a:spcAft>
              <a:buSzPct val="100000"/>
              <a:buChar char="•"/>
            </a:pPr>
            <a:r>
              <a:rPr sz="1400">
                <a:solidFill>
                  <a:srgbClr val="FFFFFF"/>
                </a:solidFill>
                <a:latin typeface="Calibri"/>
                <a:ea typeface="Calibri"/>
                <a:cs typeface="Calibri"/>
              </a:rPr>
              <a:t>Documents enter through FastAPI and pass a safety filter. SQLite indexes terms, claims and graph links. Hindi/English retrieval finds evidence paths and returns source-backed answers.</a:t>
            </a:r>
            <a:endParaRPr sz="1400"/>
          </a:p>
        </p:txBody>
      </p:sp>
      <p:sp>
        <p:nvSpPr>
          <p:cNvPr id="7" name="Tech card">
            <a:extLst xmlns:a="http://schemas.openxmlformats.org/drawingml/2006/main">
              <a:ext uri="{FF2B5EF4-FFF2-40B4-BE49-F238E27FC236}">
                <a16:creationId xmlns:a16="http://schemas.microsoft.com/office/drawing/2014/main" id="{DB185296-33B6-46DE-A0F7-95BD16C87BB0}"/>
              </a:ext>
            </a:extLst>
          </p:cNvPr>
          <p:cNvSpPr>
            <a:spLocks xmlns:a="http://schemas.openxmlformats.org/drawingml/2006/main" noGrp="1"/>
          </p:cNvSpPr>
          <p:nvPr/>
        </p:nvSpPr>
        <p:spPr>
          <a:xfrm xmlns:a="http://schemas.openxmlformats.org/drawingml/2006/main">
            <a:off x="6245352" y="1691640"/>
            <a:ext cx="5486400" cy="2148840"/>
          </a:xfrm>
          <a:prstGeom xmlns:a="http://schemas.openxmlformats.org/drawingml/2006/main" prst="roundRect">
            <a:avLst>
              <a:gd name="adj" fmla="val 5106"/>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8" name="Tech head">
            <a:extLst xmlns:a="http://schemas.openxmlformats.org/drawingml/2006/main">
              <a:ext uri="{FF2B5EF4-FFF2-40B4-BE49-F238E27FC236}">
                <a16:creationId xmlns:a16="http://schemas.microsoft.com/office/drawing/2014/main" id="{8F5DB58A-8B59-436A-A212-6A67B6903198}"/>
              </a:ext>
            </a:extLst>
          </p:cNvPr>
          <p:cNvSpPr>
            <a:spLocks xmlns:a="http://schemas.openxmlformats.org/drawingml/2006/main" noGrp="1"/>
          </p:cNvSpPr>
          <p:nvPr/>
        </p:nvSpPr>
        <p:spPr>
          <a:xfrm xmlns:a="http://schemas.openxmlformats.org/drawingml/2006/main">
            <a:off x="6519672" y="1874520"/>
            <a:ext cx="49377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CORE TECHNOLOGIES</a:t>
            </a:r>
            <a:endParaRPr sz="1500"/>
          </a:p>
        </p:txBody>
      </p:sp>
      <p:sp>
        <p:nvSpPr>
          <p:cNvPr id="9" name="Tech body">
            <a:extLst xmlns:a="http://schemas.openxmlformats.org/drawingml/2006/main">
              <a:ext uri="{FF2B5EF4-FFF2-40B4-BE49-F238E27FC236}">
                <a16:creationId xmlns:a16="http://schemas.microsoft.com/office/drawing/2014/main" id="{75518A5F-EBAB-420F-B744-7D84ADD92F1F}"/>
              </a:ext>
            </a:extLst>
          </p:cNvPr>
          <p:cNvSpPr>
            <a:spLocks xmlns:a="http://schemas.openxmlformats.org/drawingml/2006/main" noGrp="1"/>
          </p:cNvSpPr>
          <p:nvPr/>
        </p:nvSpPr>
        <p:spPr>
          <a:xfrm xmlns:a="http://schemas.openxmlformats.org/drawingml/2006/main">
            <a:off x="6519672" y="2286000"/>
            <a:ext cx="493776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600"/>
              </a:spcAft>
              <a:buSzPct val="100000"/>
              <a:buChar char="•"/>
            </a:pPr>
            <a:r>
              <a:rPr sz="1400">
                <a:solidFill>
                  <a:srgbClr val="FFFFFF"/>
                </a:solidFill>
                <a:latin typeface="Calibri"/>
                <a:ea typeface="Calibri"/>
                <a:cs typeface="Calibri"/>
              </a:rPr>
              <a:t>Python + FastAPI backend</a:t>
            </a:r>
            <a:endParaRPr sz="1400"/>
          </a:p>
          <a:p xmlns:a="http://schemas.openxmlformats.org/drawingml/2006/main">
            <a:pPr marL="342900" indent="-342900">
              <a:spcAft>
                <a:spcPts val="600"/>
              </a:spcAft>
              <a:buSzPct val="100000"/>
              <a:buChar char="•"/>
            </a:pPr>
            <a:r>
              <a:rPr sz="1400">
                <a:solidFill>
                  <a:srgbClr val="FFFFFF"/>
                </a:solidFill>
                <a:latin typeface="Calibri"/>
                <a:ea typeface="Calibri"/>
                <a:cs typeface="Calibri"/>
              </a:rPr>
              <a:t>SQLite document and graph stores</a:t>
            </a:r>
            <a:endParaRPr sz="1400"/>
          </a:p>
          <a:p xmlns:a="http://schemas.openxmlformats.org/drawingml/2006/main">
            <a:pPr marL="342900" indent="-342900">
              <a:spcAft>
                <a:spcPts val="600"/>
              </a:spcAft>
              <a:buSzPct val="100000"/>
              <a:buChar char="•"/>
            </a:pPr>
            <a:r>
              <a:rPr sz="1400">
                <a:solidFill>
                  <a:srgbClr val="FFFFFF"/>
                </a:solidFill>
                <a:latin typeface="Calibri"/>
                <a:ea typeface="Calibri"/>
                <a:cs typeface="Calibri"/>
              </a:rPr>
              <a:t>React + TypeScript + Vite frontend</a:t>
            </a:r>
            <a:endParaRPr sz="1400"/>
          </a:p>
        </p:txBody>
      </p:sp>
      <p:sp>
        <p:nvSpPr>
          <p:cNvPr id="10" name="Unique card">
            <a:extLst xmlns:a="http://schemas.openxmlformats.org/drawingml/2006/main">
              <a:ext uri="{FF2B5EF4-FFF2-40B4-BE49-F238E27FC236}">
                <a16:creationId xmlns:a16="http://schemas.microsoft.com/office/drawing/2014/main" id="{119570D4-010A-4676-A07E-20B7C27D5CD3}"/>
              </a:ext>
            </a:extLst>
          </p:cNvPr>
          <p:cNvSpPr>
            <a:spLocks xmlns:a="http://schemas.openxmlformats.org/drawingml/2006/main" noGrp="1"/>
          </p:cNvSpPr>
          <p:nvPr/>
        </p:nvSpPr>
        <p:spPr>
          <a:xfrm xmlns:a="http://schemas.openxmlformats.org/drawingml/2006/main">
            <a:off x="6245352" y="4023360"/>
            <a:ext cx="5486400" cy="2103120"/>
          </a:xfrm>
          <a:prstGeom xmlns:a="http://schemas.openxmlformats.org/drawingml/2006/main" prst="roundRect">
            <a:avLst>
              <a:gd name="adj" fmla="val 5217"/>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11" name="Unique head">
            <a:extLst xmlns:a="http://schemas.openxmlformats.org/drawingml/2006/main">
              <a:ext uri="{FF2B5EF4-FFF2-40B4-BE49-F238E27FC236}">
                <a16:creationId xmlns:a16="http://schemas.microsoft.com/office/drawing/2014/main" id="{366309E2-2E33-47D8-889B-348306AECE79}"/>
              </a:ext>
            </a:extLst>
          </p:cNvPr>
          <p:cNvSpPr>
            <a:spLocks xmlns:a="http://schemas.openxmlformats.org/drawingml/2006/main" noGrp="1"/>
          </p:cNvSpPr>
          <p:nvPr/>
        </p:nvSpPr>
        <p:spPr>
          <a:xfrm xmlns:a="http://schemas.openxmlformats.org/drawingml/2006/main">
            <a:off x="6519672" y="4206240"/>
            <a:ext cx="49377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UNIQUE POINTS</a:t>
            </a:r>
            <a:endParaRPr sz="1500"/>
          </a:p>
        </p:txBody>
      </p:sp>
      <p:sp>
        <p:nvSpPr>
          <p:cNvPr id="12" name="Unique body">
            <a:extLst xmlns:a="http://schemas.openxmlformats.org/drawingml/2006/main">
              <a:ext uri="{FF2B5EF4-FFF2-40B4-BE49-F238E27FC236}">
                <a16:creationId xmlns:a16="http://schemas.microsoft.com/office/drawing/2014/main" id="{F708072A-57CF-4526-BB7A-9C3EBD8E26BD}"/>
              </a:ext>
            </a:extLst>
          </p:cNvPr>
          <p:cNvSpPr>
            <a:spLocks xmlns:a="http://schemas.openxmlformats.org/drawingml/2006/main" noGrp="1"/>
          </p:cNvSpPr>
          <p:nvPr/>
        </p:nvSpPr>
        <p:spPr>
          <a:xfrm xmlns:a="http://schemas.openxmlformats.org/drawingml/2006/main">
            <a:off x="6519672" y="4617720"/>
            <a:ext cx="493776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600"/>
              </a:spcAft>
              <a:buSzPct val="100000"/>
              <a:buChar char="•"/>
            </a:pPr>
            <a:r>
              <a:rPr sz="1400">
                <a:solidFill>
                  <a:srgbClr val="FFFFFF"/>
                </a:solidFill>
                <a:latin typeface="Calibri"/>
                <a:ea typeface="Calibri"/>
                <a:cs typeface="Calibri"/>
              </a:rPr>
              <a:t>Each document updates without a full rebuild.</a:t>
            </a:r>
            <a:endParaRPr sz="1400"/>
          </a:p>
          <a:p xmlns:a="http://schemas.openxmlformats.org/drawingml/2006/main">
            <a:pPr marL="342900" indent="-342900">
              <a:spcAft>
                <a:spcPts val="600"/>
              </a:spcAft>
              <a:buSzPct val="100000"/>
              <a:buChar char="•"/>
            </a:pPr>
            <a:r>
              <a:rPr sz="1400">
                <a:solidFill>
                  <a:srgbClr val="FFFFFF"/>
                </a:solidFill>
                <a:latin typeface="Calibri"/>
                <a:ea typeface="Calibri"/>
                <a:cs typeface="Calibri"/>
              </a:rPr>
              <a:t>Conflicts remain visible with source paths.</a:t>
            </a:r>
            <a:endParaRPr sz="1400"/>
          </a:p>
        </p:txBody>
      </p:sp>
      <p:sp>
        <p:nvSpPr>
          <p:cNvPr id="25" name="Slide Number Placeholder 0">
            <a:extLst xmlns:a="http://schemas.openxmlformats.org/drawingml/2006/main">
              <a:ext uri="{FF2B5EF4-FFF2-40B4-BE49-F238E27FC236}">
                <a16:creationId xmlns:a16="http://schemas.microsoft.com/office/drawing/2014/main" id="{7DC208FD-50B4-4737-A539-D41C018E9AB2}"/>
              </a:ext>
            </a:extLst>
          </p:cNvPr>
          <p:cNvSpPr>
            <a:spLocks xmlns:a="http://schemas.openxmlformats.org/drawingml/2006/main" noGrp="1"/>
          </p:cNvSpPr>
          <p:nvPr>
            <p:ph type="sldNum" idx="4294967295"/>
          </p:nvPr>
        </p:nvSpPr>
        <p:spPr>
          <a:xfrm xmlns:a="http://schemas.openxmlformats.org/drawingml/2006/main">
            <a:off x="11155680" y="6428232"/>
            <a:ext cx="576072"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9CC4FF"/>
                </a:solidFill>
                <a:latin typeface="Arial"/>
                <a:ea typeface="Arial"/>
                <a:cs typeface="Arial"/>
              </a:defRPr>
            </a:lvl1pPr>
          </a:lstStyle>
          <a:p xmlns:a="http://schemas.openxmlformats.org/drawingml/2006/main">
            <a:pPr algn="r">
              <a:buNone/>
            </a:pPr>
            <a:fld id="{F7021451-1387-4CA6-816F-3879F97B5CBC}" type="slidenum">
              <a:rPr b="0"/>
              <a:t>3</a:t>
            </a:fld>
            <a:endParaRPr/>
          </a:p>
        </p:txBody>
      </p:sp>
    </p:spTree>
    <p:extLst>
      <p:ext uri="{BB962C8B-B14F-4D97-AF65-F5344CB8AC3E}">
        <p14:creationId xmlns:p14="http://schemas.microsoft.com/office/powerpoint/2010/main" val="151517341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97A7651-D794-4689-A1CF-0A89E19DD4B9}"/>
              </a:ext>
            </a:extLst>
          </p:cNvPr>
          <p:cNvSpPr>
            <a:spLocks xmlns:a="http://schemas.openxmlformats.org/drawingml/2006/main" noGrp="1"/>
          </p:cNvSpPr>
          <p:nvPr/>
        </p:nvSpPr>
        <p:spPr>
          <a:xfrm xmlns:a="http://schemas.openxmlformats.org/drawingml/2006/main">
            <a:off x="457200" y="960120"/>
            <a:ext cx="1127455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600" b="1" spc="200">
                <a:solidFill>
                  <a:srgbClr val="FFFFFF"/>
                </a:solidFill>
                <a:latin typeface="Arial"/>
                <a:ea typeface="Arial"/>
                <a:cs typeface="Arial"/>
              </a:rPr>
              <a:t>USER EXPERIENCE &amp; DESIGN</a:t>
            </a:r>
            <a:endParaRPr sz="3600"/>
          </a:p>
        </p:txBody>
      </p:sp>
      <p:sp>
        <p:nvSpPr>
          <p:cNvPr id="3" name="Team tag">
            <a:extLst xmlns:a="http://schemas.openxmlformats.org/drawingml/2006/main">
              <a:ext uri="{FF2B5EF4-FFF2-40B4-BE49-F238E27FC236}">
                <a16:creationId xmlns:a16="http://schemas.microsoft.com/office/drawing/2014/main" id="{C14B8D7F-7864-4A41-8C40-80AF0B50E91F}"/>
              </a:ext>
            </a:extLst>
          </p:cNvPr>
          <p:cNvSpPr>
            <a:spLocks xmlns:a="http://schemas.openxmlformats.org/drawingml/2006/main" noGrp="1"/>
          </p:cNvSpPr>
          <p:nvPr/>
        </p:nvSpPr>
        <p:spPr>
          <a:xfrm xmlns:a="http://schemas.openxmlformats.org/drawingml/2006/main">
            <a:off x="8503920" y="1097280"/>
            <a:ext cx="322783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9CC4FF"/>
                </a:solidFill>
                <a:latin typeface="Calibri"/>
                <a:ea typeface="Calibri"/>
                <a:cs typeface="Calibri"/>
              </a:rPr>
              <a:t>DataTrust AI  |  Team ID pending</a:t>
            </a:r>
            <a:endParaRPr sz="1200"/>
          </a:p>
        </p:txBody>
      </p:sp>
      <p:sp>
        <p:nvSpPr>
          <p:cNvPr id="4" name="UI card">
            <a:extLst xmlns:a="http://schemas.openxmlformats.org/drawingml/2006/main">
              <a:ext uri="{FF2B5EF4-FFF2-40B4-BE49-F238E27FC236}">
                <a16:creationId xmlns:a16="http://schemas.microsoft.com/office/drawing/2014/main" id="{68B4CBFD-25E4-4BD9-B969-4079D12F10F0}"/>
              </a:ext>
            </a:extLst>
          </p:cNvPr>
          <p:cNvSpPr>
            <a:spLocks xmlns:a="http://schemas.openxmlformats.org/drawingml/2006/main" noGrp="1"/>
          </p:cNvSpPr>
          <p:nvPr/>
        </p:nvSpPr>
        <p:spPr>
          <a:xfrm xmlns:a="http://schemas.openxmlformats.org/drawingml/2006/main">
            <a:off x="457200" y="1691640"/>
            <a:ext cx="3657600" cy="4434840"/>
          </a:xfrm>
          <a:prstGeom xmlns:a="http://schemas.openxmlformats.org/drawingml/2006/main" prst="roundRect">
            <a:avLst>
              <a:gd name="adj" fmla="val 3000"/>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5" name="UI head">
            <a:extLst xmlns:a="http://schemas.openxmlformats.org/drawingml/2006/main">
              <a:ext uri="{FF2B5EF4-FFF2-40B4-BE49-F238E27FC236}">
                <a16:creationId xmlns:a16="http://schemas.microsoft.com/office/drawing/2014/main" id="{51494179-AEC6-41B4-8AA7-741891029A6A}"/>
              </a:ext>
            </a:extLst>
          </p:cNvPr>
          <p:cNvSpPr>
            <a:spLocks xmlns:a="http://schemas.openxmlformats.org/drawingml/2006/main" noGrp="1"/>
          </p:cNvSpPr>
          <p:nvPr/>
        </p:nvSpPr>
        <p:spPr>
          <a:xfrm xmlns:a="http://schemas.openxmlformats.org/drawingml/2006/main">
            <a:off x="731520" y="1874520"/>
            <a:ext cx="31089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USER INTERFACE</a:t>
            </a:r>
            <a:endParaRPr sz="1500"/>
          </a:p>
        </p:txBody>
      </p:sp>
      <p:sp>
        <p:nvSpPr>
          <p:cNvPr id="6" name="UI body">
            <a:extLst xmlns:a="http://schemas.openxmlformats.org/drawingml/2006/main">
              <a:ext uri="{FF2B5EF4-FFF2-40B4-BE49-F238E27FC236}">
                <a16:creationId xmlns:a16="http://schemas.microsoft.com/office/drawing/2014/main" id="{E4E0A486-FE0C-4F48-9FB5-84781AAB55DB}"/>
              </a:ext>
            </a:extLst>
          </p:cNvPr>
          <p:cNvSpPr>
            <a:spLocks xmlns:a="http://schemas.openxmlformats.org/drawingml/2006/main" noGrp="1"/>
          </p:cNvSpPr>
          <p:nvPr/>
        </p:nvSpPr>
        <p:spPr>
          <a:xfrm xmlns:a="http://schemas.openxmlformats.org/drawingml/2006/main">
            <a:off x="731520" y="2286000"/>
            <a:ext cx="310896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600"/>
              </a:spcAft>
              <a:buSzPct val="100000"/>
              <a:buChar char="•"/>
            </a:pPr>
            <a:r>
              <a:rPr sz="1400">
                <a:solidFill>
                  <a:srgbClr val="FFFFFF"/>
                </a:solidFill>
                <a:latin typeface="Calibri"/>
                <a:ea typeface="Calibri"/>
                <a:cs typeface="Calibri"/>
              </a:rPr>
              <a:t>Ask in Hindi or English. Edit documents in Data Studio. Review source conflicts and graph paths.</a:t>
            </a:r>
            <a:endParaRPr sz="1400"/>
          </a:p>
        </p:txBody>
      </p:sp>
      <p:sp>
        <p:nvSpPr>
          <p:cNvPr id="7" name="Flow card">
            <a:extLst xmlns:a="http://schemas.openxmlformats.org/drawingml/2006/main">
              <a:ext uri="{FF2B5EF4-FFF2-40B4-BE49-F238E27FC236}">
                <a16:creationId xmlns:a16="http://schemas.microsoft.com/office/drawing/2014/main" id="{2055541C-16A9-46A8-9806-FE62CA595318}"/>
              </a:ext>
            </a:extLst>
          </p:cNvPr>
          <p:cNvSpPr>
            <a:spLocks xmlns:a="http://schemas.openxmlformats.org/drawingml/2006/main" noGrp="1"/>
          </p:cNvSpPr>
          <p:nvPr/>
        </p:nvSpPr>
        <p:spPr>
          <a:xfrm xmlns:a="http://schemas.openxmlformats.org/drawingml/2006/main">
            <a:off x="4270248" y="1691640"/>
            <a:ext cx="3657600" cy="4434840"/>
          </a:xfrm>
          <a:prstGeom xmlns:a="http://schemas.openxmlformats.org/drawingml/2006/main" prst="roundRect">
            <a:avLst>
              <a:gd name="adj" fmla="val 3000"/>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8" name="Flow head">
            <a:extLst xmlns:a="http://schemas.openxmlformats.org/drawingml/2006/main">
              <a:ext uri="{FF2B5EF4-FFF2-40B4-BE49-F238E27FC236}">
                <a16:creationId xmlns:a16="http://schemas.microsoft.com/office/drawing/2014/main" id="{F0CF6D4E-570F-441E-8552-9FDCF4DBECFE}"/>
              </a:ext>
            </a:extLst>
          </p:cNvPr>
          <p:cNvSpPr>
            <a:spLocks xmlns:a="http://schemas.openxmlformats.org/drawingml/2006/main" noGrp="1"/>
          </p:cNvSpPr>
          <p:nvPr/>
        </p:nvSpPr>
        <p:spPr>
          <a:xfrm xmlns:a="http://schemas.openxmlformats.org/drawingml/2006/main">
            <a:off x="4544568" y="1874520"/>
            <a:ext cx="31089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USER FLOW</a:t>
            </a:r>
            <a:endParaRPr sz="1500"/>
          </a:p>
        </p:txBody>
      </p:sp>
      <p:sp>
        <p:nvSpPr>
          <p:cNvPr id="9" name="Flow dot 1">
            <a:extLst xmlns:a="http://schemas.openxmlformats.org/drawingml/2006/main">
              <a:ext uri="{FF2B5EF4-FFF2-40B4-BE49-F238E27FC236}">
                <a16:creationId xmlns:a16="http://schemas.microsoft.com/office/drawing/2014/main" id="{DF091EA1-E644-4915-BFD4-9C82C1DC46CC}"/>
              </a:ext>
            </a:extLst>
          </p:cNvPr>
          <p:cNvSpPr>
            <a:spLocks xmlns:a="http://schemas.openxmlformats.org/drawingml/2006/main" noGrp="1"/>
          </p:cNvSpPr>
          <p:nvPr/>
        </p:nvSpPr>
        <p:spPr>
          <a:xfrm xmlns:a="http://schemas.openxmlformats.org/drawingml/2006/main">
            <a:off x="4544568" y="2331720"/>
            <a:ext cx="502920" cy="502920"/>
          </a:xfrm>
          <a:prstGeom xmlns:a="http://schemas.openxmlformats.org/drawingml/2006/main" prst="ellipse">
            <a:avLst/>
          </a:prstGeom>
          <a:solidFill xmlns:a="http://schemas.openxmlformats.org/drawingml/2006/main">
            <a:schemeClr val="accent1"/>
          </a:solidFill>
          <a:ln xmlns:a="http://schemas.openxmlformats.org/drawingml/2006/main" w="12700">
            <a:solidFill>
              <a:srgbClr val="FFFFFF"/>
            </a:solidFill>
            <a:prstDash val="solid"/>
          </a:ln>
        </p:spPr>
      </p:sp>
      <p:sp>
        <p:nvSpPr>
          <p:cNvPr id="10" name="Text 8">
            <a:extLst xmlns:a="http://schemas.openxmlformats.org/drawingml/2006/main">
              <a:ext uri="{FF2B5EF4-FFF2-40B4-BE49-F238E27FC236}">
                <a16:creationId xmlns:a16="http://schemas.microsoft.com/office/drawing/2014/main" id="{E6167F41-2C0A-499A-B1F2-B40A63646502}"/>
              </a:ext>
            </a:extLst>
          </p:cNvPr>
          <p:cNvSpPr>
            <a:spLocks xmlns:a="http://schemas.openxmlformats.org/drawingml/2006/main" noGrp="1"/>
          </p:cNvSpPr>
          <p:nvPr/>
        </p:nvSpPr>
        <p:spPr>
          <a:xfrm xmlns:a="http://schemas.openxmlformats.org/drawingml/2006/main">
            <a:off x="4544568" y="233172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Arial"/>
                <a:ea typeface="Arial"/>
                <a:cs typeface="Arial"/>
              </a:rPr>
              <a:t>1</a:t>
            </a:r>
            <a:endParaRPr sz="1600"/>
          </a:p>
        </p:txBody>
      </p:sp>
      <p:sp>
        <p:nvSpPr>
          <p:cNvPr id="11" name="Text 9">
            <a:extLst xmlns:a="http://schemas.openxmlformats.org/drawingml/2006/main">
              <a:ext uri="{FF2B5EF4-FFF2-40B4-BE49-F238E27FC236}">
                <a16:creationId xmlns:a16="http://schemas.microsoft.com/office/drawing/2014/main" id="{7BCDF33F-394C-4D20-8B54-5F78FE74A186}"/>
              </a:ext>
            </a:extLst>
          </p:cNvPr>
          <p:cNvSpPr>
            <a:spLocks xmlns:a="http://schemas.openxmlformats.org/drawingml/2006/main" noGrp="1"/>
          </p:cNvSpPr>
          <p:nvPr/>
        </p:nvSpPr>
        <p:spPr>
          <a:xfrm xmlns:a="http://schemas.openxmlformats.org/drawingml/2006/main">
            <a:off x="5212080" y="2286000"/>
            <a:ext cx="256032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FFFFFF"/>
                </a:solidFill>
                <a:latin typeface="Calibri"/>
                <a:ea typeface="Calibri"/>
                <a:cs typeface="Calibri"/>
              </a:rPr>
              <a:t>Ask a question</a:t>
            </a:r>
            <a:endParaRPr sz="1400"/>
          </a:p>
          <a:p xmlns:a="http://schemas.openxmlformats.org/drawingml/2006/main">
            <a:pPr marL="0" indent="0">
              <a:buNone/>
            </a:pPr>
            <a:r>
              <a:rPr sz="1400">
                <a:solidFill>
                  <a:srgbClr val="FFFFFF"/>
                </a:solidFill>
                <a:latin typeface="Calibri"/>
                <a:ea typeface="Calibri"/>
                <a:cs typeface="Calibri"/>
              </a:rPr>
              <a:t>or ingest documents</a:t>
            </a:r>
            <a:endParaRPr sz="1400"/>
          </a:p>
        </p:txBody>
      </p:sp>
      <p:sp>
        <p:nvSpPr>
          <p:cNvPr id="12" name="Flow dot 2">
            <a:extLst xmlns:a="http://schemas.openxmlformats.org/drawingml/2006/main">
              <a:ext uri="{FF2B5EF4-FFF2-40B4-BE49-F238E27FC236}">
                <a16:creationId xmlns:a16="http://schemas.microsoft.com/office/drawing/2014/main" id="{FAA436ED-A327-4FF1-8FA5-E2538271583A}"/>
              </a:ext>
            </a:extLst>
          </p:cNvPr>
          <p:cNvSpPr>
            <a:spLocks xmlns:a="http://schemas.openxmlformats.org/drawingml/2006/main" noGrp="1"/>
          </p:cNvSpPr>
          <p:nvPr/>
        </p:nvSpPr>
        <p:spPr>
          <a:xfrm xmlns:a="http://schemas.openxmlformats.org/drawingml/2006/main">
            <a:off x="4544568" y="3520440"/>
            <a:ext cx="502920" cy="502920"/>
          </a:xfrm>
          <a:prstGeom xmlns:a="http://schemas.openxmlformats.org/drawingml/2006/main" prst="ellipse">
            <a:avLst/>
          </a:prstGeom>
          <a:solidFill xmlns:a="http://schemas.openxmlformats.org/drawingml/2006/main">
            <a:schemeClr val="accent1"/>
          </a:solidFill>
          <a:ln xmlns:a="http://schemas.openxmlformats.org/drawingml/2006/main" w="12700">
            <a:solidFill>
              <a:srgbClr val="FFFFFF"/>
            </a:solidFill>
            <a:prstDash val="solid"/>
          </a:ln>
        </p:spPr>
      </p:sp>
      <p:sp>
        <p:nvSpPr>
          <p:cNvPr id="13" name="Text 11">
            <a:extLst xmlns:a="http://schemas.openxmlformats.org/drawingml/2006/main">
              <a:ext uri="{FF2B5EF4-FFF2-40B4-BE49-F238E27FC236}">
                <a16:creationId xmlns:a16="http://schemas.microsoft.com/office/drawing/2014/main" id="{6D921AA6-C6C9-4AD0-91B8-15E2E1609F43}"/>
              </a:ext>
            </a:extLst>
          </p:cNvPr>
          <p:cNvSpPr>
            <a:spLocks xmlns:a="http://schemas.openxmlformats.org/drawingml/2006/main" noGrp="1"/>
          </p:cNvSpPr>
          <p:nvPr/>
        </p:nvSpPr>
        <p:spPr>
          <a:xfrm xmlns:a="http://schemas.openxmlformats.org/drawingml/2006/main">
            <a:off x="4544568" y="352044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Arial"/>
                <a:ea typeface="Arial"/>
                <a:cs typeface="Arial"/>
              </a:rPr>
              <a:t>2</a:t>
            </a:r>
            <a:endParaRPr sz="1600"/>
          </a:p>
        </p:txBody>
      </p:sp>
      <p:sp>
        <p:nvSpPr>
          <p:cNvPr id="14" name="Text 12">
            <a:extLst xmlns:a="http://schemas.openxmlformats.org/drawingml/2006/main">
              <a:ext uri="{FF2B5EF4-FFF2-40B4-BE49-F238E27FC236}">
                <a16:creationId xmlns:a16="http://schemas.microsoft.com/office/drawing/2014/main" id="{0D605CE5-3F26-4737-8C50-7FC26AEDC448}"/>
              </a:ext>
            </a:extLst>
          </p:cNvPr>
          <p:cNvSpPr>
            <a:spLocks xmlns:a="http://schemas.openxmlformats.org/drawingml/2006/main" noGrp="1"/>
          </p:cNvSpPr>
          <p:nvPr/>
        </p:nvSpPr>
        <p:spPr>
          <a:xfrm xmlns:a="http://schemas.openxmlformats.org/drawingml/2006/main">
            <a:off x="5212080" y="3474720"/>
            <a:ext cx="256032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FFFFFF"/>
                </a:solidFill>
                <a:latin typeface="Calibri"/>
                <a:ea typeface="Calibri"/>
                <a:cs typeface="Calibri"/>
              </a:rPr>
              <a:t>Retrieve claims</a:t>
            </a:r>
            <a:endParaRPr sz="1400"/>
          </a:p>
          <a:p xmlns:a="http://schemas.openxmlformats.org/drawingml/2006/main">
            <a:pPr marL="0" indent="0">
              <a:buNone/>
            </a:pPr>
            <a:r>
              <a:rPr sz="1400">
                <a:solidFill>
                  <a:srgbClr val="FFFFFF"/>
                </a:solidFill>
                <a:latin typeface="Calibri"/>
                <a:ea typeface="Calibri"/>
                <a:cs typeface="Calibri"/>
              </a:rPr>
              <a:t>and graph links</a:t>
            </a:r>
            <a:endParaRPr sz="1400"/>
          </a:p>
        </p:txBody>
      </p:sp>
      <p:sp>
        <p:nvSpPr>
          <p:cNvPr id="15" name="Flow dot 3">
            <a:extLst xmlns:a="http://schemas.openxmlformats.org/drawingml/2006/main">
              <a:ext uri="{FF2B5EF4-FFF2-40B4-BE49-F238E27FC236}">
                <a16:creationId xmlns:a16="http://schemas.microsoft.com/office/drawing/2014/main" id="{B31A7553-83BC-4E50-BEFF-9B76D78C36A5}"/>
              </a:ext>
            </a:extLst>
          </p:cNvPr>
          <p:cNvSpPr>
            <a:spLocks xmlns:a="http://schemas.openxmlformats.org/drawingml/2006/main" noGrp="1"/>
          </p:cNvSpPr>
          <p:nvPr/>
        </p:nvSpPr>
        <p:spPr>
          <a:xfrm xmlns:a="http://schemas.openxmlformats.org/drawingml/2006/main">
            <a:off x="4544568" y="4709160"/>
            <a:ext cx="502920" cy="502920"/>
          </a:xfrm>
          <a:prstGeom xmlns:a="http://schemas.openxmlformats.org/drawingml/2006/main" prst="ellipse">
            <a:avLst/>
          </a:prstGeom>
          <a:solidFill xmlns:a="http://schemas.openxmlformats.org/drawingml/2006/main">
            <a:schemeClr val="accent1"/>
          </a:solidFill>
          <a:ln xmlns:a="http://schemas.openxmlformats.org/drawingml/2006/main" w="12700">
            <a:solidFill>
              <a:srgbClr val="FFFFFF"/>
            </a:solidFill>
            <a:prstDash val="solid"/>
          </a:ln>
        </p:spPr>
      </p:sp>
      <p:sp>
        <p:nvSpPr>
          <p:cNvPr id="16" name="Text 14">
            <a:extLst xmlns:a="http://schemas.openxmlformats.org/drawingml/2006/main">
              <a:ext uri="{FF2B5EF4-FFF2-40B4-BE49-F238E27FC236}">
                <a16:creationId xmlns:a16="http://schemas.microsoft.com/office/drawing/2014/main" id="{8577198F-53EF-40CE-9B9C-35398E5E6B3B}"/>
              </a:ext>
            </a:extLst>
          </p:cNvPr>
          <p:cNvSpPr>
            <a:spLocks xmlns:a="http://schemas.openxmlformats.org/drawingml/2006/main" noGrp="1"/>
          </p:cNvSpPr>
          <p:nvPr/>
        </p:nvSpPr>
        <p:spPr>
          <a:xfrm xmlns:a="http://schemas.openxmlformats.org/drawingml/2006/main">
            <a:off x="4544568" y="470916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Arial"/>
                <a:ea typeface="Arial"/>
                <a:cs typeface="Arial"/>
              </a:rPr>
              <a:t>3</a:t>
            </a:r>
            <a:endParaRPr sz="1600"/>
          </a:p>
        </p:txBody>
      </p:sp>
      <p:sp>
        <p:nvSpPr>
          <p:cNvPr id="17" name="Text 15">
            <a:extLst xmlns:a="http://schemas.openxmlformats.org/drawingml/2006/main">
              <a:ext uri="{FF2B5EF4-FFF2-40B4-BE49-F238E27FC236}">
                <a16:creationId xmlns:a16="http://schemas.microsoft.com/office/drawing/2014/main" id="{6260D5A3-BFE1-4DA4-9058-9D067922FF3B}"/>
              </a:ext>
            </a:extLst>
          </p:cNvPr>
          <p:cNvSpPr>
            <a:spLocks xmlns:a="http://schemas.openxmlformats.org/drawingml/2006/main" noGrp="1"/>
          </p:cNvSpPr>
          <p:nvPr/>
        </p:nvSpPr>
        <p:spPr>
          <a:xfrm xmlns:a="http://schemas.openxmlformats.org/drawingml/2006/main">
            <a:off x="5212080" y="4663440"/>
            <a:ext cx="256032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FFFFFF"/>
                </a:solidFill>
                <a:latin typeface="Calibri"/>
                <a:ea typeface="Calibri"/>
                <a:cs typeface="Calibri"/>
              </a:rPr>
              <a:t>Review sourced</a:t>
            </a:r>
            <a:endParaRPr sz="1400"/>
          </a:p>
          <a:p xmlns:a="http://schemas.openxmlformats.org/drawingml/2006/main">
            <a:pPr marL="0" indent="0">
              <a:buNone/>
            </a:pPr>
            <a:r>
              <a:rPr sz="1400">
                <a:solidFill>
                  <a:srgbClr val="FFFFFF"/>
                </a:solidFill>
                <a:latin typeface="Calibri"/>
                <a:ea typeface="Calibri"/>
                <a:cs typeface="Calibri"/>
              </a:rPr>
              <a:t>answer or conflict</a:t>
            </a:r>
            <a:endParaRPr sz="1400"/>
          </a:p>
        </p:txBody>
      </p:sp>
      <p:sp>
        <p:nvSpPr>
          <p:cNvPr id="18" name="Goal card">
            <a:extLst xmlns:a="http://schemas.openxmlformats.org/drawingml/2006/main">
              <a:ext uri="{FF2B5EF4-FFF2-40B4-BE49-F238E27FC236}">
                <a16:creationId xmlns:a16="http://schemas.microsoft.com/office/drawing/2014/main" id="{6DBCFF46-202D-4056-ABA6-225F0213A29C}"/>
              </a:ext>
            </a:extLst>
          </p:cNvPr>
          <p:cNvSpPr>
            <a:spLocks xmlns:a="http://schemas.openxmlformats.org/drawingml/2006/main" noGrp="1"/>
          </p:cNvSpPr>
          <p:nvPr/>
        </p:nvSpPr>
        <p:spPr>
          <a:xfrm xmlns:a="http://schemas.openxmlformats.org/drawingml/2006/main">
            <a:off x="8074152" y="1691640"/>
            <a:ext cx="3657600" cy="4434840"/>
          </a:xfrm>
          <a:prstGeom xmlns:a="http://schemas.openxmlformats.org/drawingml/2006/main" prst="roundRect">
            <a:avLst>
              <a:gd name="adj" fmla="val 3000"/>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19" name="Goal head">
            <a:extLst xmlns:a="http://schemas.openxmlformats.org/drawingml/2006/main">
              <a:ext uri="{FF2B5EF4-FFF2-40B4-BE49-F238E27FC236}">
                <a16:creationId xmlns:a16="http://schemas.microsoft.com/office/drawing/2014/main" id="{F5ADC8EE-55AE-4045-9FA9-82A8B761ACA5}"/>
              </a:ext>
            </a:extLst>
          </p:cNvPr>
          <p:cNvSpPr>
            <a:spLocks xmlns:a="http://schemas.openxmlformats.org/drawingml/2006/main" noGrp="1"/>
          </p:cNvSpPr>
          <p:nvPr/>
        </p:nvSpPr>
        <p:spPr>
          <a:xfrm xmlns:a="http://schemas.openxmlformats.org/drawingml/2006/main">
            <a:off x="8348472" y="1874520"/>
            <a:ext cx="31089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DESIGN GOAL</a:t>
            </a:r>
            <a:endParaRPr sz="1500"/>
          </a:p>
        </p:txBody>
      </p:sp>
      <p:sp>
        <p:nvSpPr>
          <p:cNvPr id="20" name="Goal body">
            <a:extLst xmlns:a="http://schemas.openxmlformats.org/drawingml/2006/main">
              <a:ext uri="{FF2B5EF4-FFF2-40B4-BE49-F238E27FC236}">
                <a16:creationId xmlns:a16="http://schemas.microsoft.com/office/drawing/2014/main" id="{1F48EFD7-9B86-4C8F-BED4-E1D59B18847B}"/>
              </a:ext>
            </a:extLst>
          </p:cNvPr>
          <p:cNvSpPr>
            <a:spLocks xmlns:a="http://schemas.openxmlformats.org/drawingml/2006/main" noGrp="1"/>
          </p:cNvSpPr>
          <p:nvPr/>
        </p:nvSpPr>
        <p:spPr>
          <a:xfrm xmlns:a="http://schemas.openxmlformats.org/drawingml/2006/main">
            <a:off x="8348472" y="2286000"/>
            <a:ext cx="310896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FFFFFF"/>
                </a:solidFill>
                <a:latin typeface="Calibri"/>
                <a:ea typeface="Calibri"/>
                <a:cs typeface="Calibri"/>
              </a:rPr>
              <a:t>Trace each answer to its source documents and graph paths.</a:t>
            </a:r>
            <a:endParaRPr sz="1400"/>
          </a:p>
        </p:txBody>
      </p:sp>
      <p:sp>
        <p:nvSpPr>
          <p:cNvPr id="21" name="Wireframe placeholder">
            <a:extLst xmlns:a="http://schemas.openxmlformats.org/drawingml/2006/main">
              <a:ext uri="{FF2B5EF4-FFF2-40B4-BE49-F238E27FC236}">
                <a16:creationId xmlns:a16="http://schemas.microsoft.com/office/drawing/2014/main" id="{F1427D5C-8E20-47D1-B890-3D0BFE2E447E}"/>
              </a:ext>
            </a:extLst>
          </p:cNvPr>
          <p:cNvSpPr>
            <a:spLocks xmlns:a="http://schemas.openxmlformats.org/drawingml/2006/main" noGrp="1"/>
          </p:cNvSpPr>
          <p:nvPr/>
        </p:nvSpPr>
        <p:spPr>
          <a:xfrm xmlns:a="http://schemas.openxmlformats.org/drawingml/2006/main">
            <a:off x="8348472" y="4206240"/>
            <a:ext cx="3108960" cy="1645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300" i="1">
                <a:solidFill>
                  <a:srgbClr val="9CC4FF"/>
                </a:solidFill>
                <a:latin typeface="Calibri"/>
                <a:ea typeface="Calibri"/>
                <a:cs typeface="Calibri"/>
              </a:rPr>
              <a:t>Question → claim → source document</a:t>
            </a:r>
            <a:endParaRPr sz="1300"/>
          </a:p>
        </p:txBody>
      </p:sp>
      <p:sp>
        <p:nvSpPr>
          <p:cNvPr id="25" name="Slide Number Placeholder 0">
            <a:extLst xmlns:a="http://schemas.openxmlformats.org/drawingml/2006/main">
              <a:ext uri="{FF2B5EF4-FFF2-40B4-BE49-F238E27FC236}">
                <a16:creationId xmlns:a16="http://schemas.microsoft.com/office/drawing/2014/main" id="{F133C4AF-F8E3-4F4E-B6DB-3868DCBD8213}"/>
              </a:ext>
            </a:extLst>
          </p:cNvPr>
          <p:cNvSpPr>
            <a:spLocks xmlns:a="http://schemas.openxmlformats.org/drawingml/2006/main" noGrp="1"/>
          </p:cNvSpPr>
          <p:nvPr>
            <p:ph type="sldNum" idx="4294967295"/>
          </p:nvPr>
        </p:nvSpPr>
        <p:spPr>
          <a:xfrm xmlns:a="http://schemas.openxmlformats.org/drawingml/2006/main">
            <a:off x="11155680" y="6428232"/>
            <a:ext cx="576072"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9CC4FF"/>
                </a:solidFill>
                <a:latin typeface="Arial"/>
                <a:ea typeface="Arial"/>
                <a:cs typeface="Arial"/>
              </a:defRPr>
            </a:lvl1pPr>
          </a:lstStyle>
          <a:p xmlns:a="http://schemas.openxmlformats.org/drawingml/2006/main">
            <a:pPr algn="r">
              <a:buNone/>
            </a:pPr>
            <a:fld id="{F7021451-1387-4CA6-816F-3879F97B5CBC}" type="slidenum">
              <a:rPr b="0"/>
              <a:t>4</a:t>
            </a:fld>
            <a:endParaRPr/>
          </a:p>
        </p:txBody>
      </p:sp>
    </p:spTree>
    <p:extLst>
      <p:ext uri="{BB962C8B-B14F-4D97-AF65-F5344CB8AC3E}">
        <p14:creationId xmlns:p14="http://schemas.microsoft.com/office/powerpoint/2010/main" val="126562562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C8B109D-F983-49F5-BF3B-94D3D2328EBE}"/>
              </a:ext>
            </a:extLst>
          </p:cNvPr>
          <p:cNvSpPr>
            <a:spLocks xmlns:a="http://schemas.openxmlformats.org/drawingml/2006/main" noGrp="1"/>
          </p:cNvSpPr>
          <p:nvPr/>
        </p:nvSpPr>
        <p:spPr>
          <a:xfrm xmlns:a="http://schemas.openxmlformats.org/drawingml/2006/main">
            <a:off x="457200" y="960120"/>
            <a:ext cx="1127455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600" b="1" spc="200">
                <a:solidFill>
                  <a:srgbClr val="FFFFFF"/>
                </a:solidFill>
                <a:latin typeface="Arial"/>
                <a:ea typeface="Arial"/>
                <a:cs typeface="Arial"/>
              </a:rPr>
              <a:t>FEASIBILITY AND VIABILITY</a:t>
            </a:r>
            <a:endParaRPr sz="3600"/>
          </a:p>
        </p:txBody>
      </p:sp>
      <p:sp>
        <p:nvSpPr>
          <p:cNvPr id="3" name="Team tag">
            <a:extLst xmlns:a="http://schemas.openxmlformats.org/drawingml/2006/main">
              <a:ext uri="{FF2B5EF4-FFF2-40B4-BE49-F238E27FC236}">
                <a16:creationId xmlns:a16="http://schemas.microsoft.com/office/drawing/2014/main" id="{A9D6734E-1CC5-41F0-8509-1CFEA4791C8C}"/>
              </a:ext>
            </a:extLst>
          </p:cNvPr>
          <p:cNvSpPr>
            <a:spLocks xmlns:a="http://schemas.openxmlformats.org/drawingml/2006/main" noGrp="1"/>
          </p:cNvSpPr>
          <p:nvPr/>
        </p:nvSpPr>
        <p:spPr>
          <a:xfrm xmlns:a="http://schemas.openxmlformats.org/drawingml/2006/main">
            <a:off x="8503920" y="1097280"/>
            <a:ext cx="322783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9CC4FF"/>
                </a:solidFill>
                <a:latin typeface="Calibri"/>
                <a:ea typeface="Calibri"/>
                <a:cs typeface="Calibri"/>
              </a:rPr>
              <a:t>DataTrust AI  |  Team ID pending</a:t>
            </a:r>
            <a:endParaRPr sz="1200"/>
          </a:p>
        </p:txBody>
      </p:sp>
      <p:sp>
        <p:nvSpPr>
          <p:cNvPr id="4" name="Technical Feasibility card">
            <a:extLst xmlns:a="http://schemas.openxmlformats.org/drawingml/2006/main">
              <a:ext uri="{FF2B5EF4-FFF2-40B4-BE49-F238E27FC236}">
                <a16:creationId xmlns:a16="http://schemas.microsoft.com/office/drawing/2014/main" id="{1BAC6998-7A03-4B89-AFCC-05C34C148E14}"/>
              </a:ext>
            </a:extLst>
          </p:cNvPr>
          <p:cNvSpPr>
            <a:spLocks xmlns:a="http://schemas.openxmlformats.org/drawingml/2006/main" noGrp="1"/>
          </p:cNvSpPr>
          <p:nvPr/>
        </p:nvSpPr>
        <p:spPr>
          <a:xfrm xmlns:a="http://schemas.openxmlformats.org/drawingml/2006/main">
            <a:off x="457200" y="1691640"/>
            <a:ext cx="3657600" cy="4434840"/>
          </a:xfrm>
          <a:prstGeom xmlns:a="http://schemas.openxmlformats.org/drawingml/2006/main" prst="roundRect">
            <a:avLst>
              <a:gd name="adj" fmla="val 3000"/>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5" name="Technical Feasibility head">
            <a:extLst xmlns:a="http://schemas.openxmlformats.org/drawingml/2006/main">
              <a:ext uri="{FF2B5EF4-FFF2-40B4-BE49-F238E27FC236}">
                <a16:creationId xmlns:a16="http://schemas.microsoft.com/office/drawing/2014/main" id="{9067B5D4-D149-465D-8D5D-567BCCE1E24B}"/>
              </a:ext>
            </a:extLst>
          </p:cNvPr>
          <p:cNvSpPr>
            <a:spLocks xmlns:a="http://schemas.openxmlformats.org/drawingml/2006/main" noGrp="1"/>
          </p:cNvSpPr>
          <p:nvPr/>
        </p:nvSpPr>
        <p:spPr>
          <a:xfrm xmlns:a="http://schemas.openxmlformats.org/drawingml/2006/main">
            <a:off x="731520" y="1874520"/>
            <a:ext cx="31089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TECHNICAL FEASIBILITY</a:t>
            </a:r>
            <a:endParaRPr sz="1500"/>
          </a:p>
        </p:txBody>
      </p:sp>
      <p:sp>
        <p:nvSpPr>
          <p:cNvPr id="6" name="Technical Feasibility body">
            <a:extLst xmlns:a="http://schemas.openxmlformats.org/drawingml/2006/main">
              <a:ext uri="{FF2B5EF4-FFF2-40B4-BE49-F238E27FC236}">
                <a16:creationId xmlns:a16="http://schemas.microsoft.com/office/drawing/2014/main" id="{881F0955-00CA-4185-A707-555AC67065B9}"/>
              </a:ext>
            </a:extLst>
          </p:cNvPr>
          <p:cNvSpPr>
            <a:spLocks xmlns:a="http://schemas.openxmlformats.org/drawingml/2006/main" noGrp="1"/>
          </p:cNvSpPr>
          <p:nvPr/>
        </p:nvSpPr>
        <p:spPr>
          <a:xfrm xmlns:a="http://schemas.openxmlformats.org/drawingml/2006/main">
            <a:off x="731520" y="2377440"/>
            <a:ext cx="3108960" cy="3474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600"/>
              </a:spcAft>
              <a:buSzPct val="100000"/>
              <a:buChar char="•"/>
            </a:pPr>
            <a:r>
              <a:rPr sz="1400">
                <a:solidFill>
                  <a:srgbClr val="FFFFFF"/>
                </a:solidFill>
                <a:latin typeface="Calibri"/>
                <a:ea typeface="Calibri"/>
                <a:cs typeface="Calibri"/>
              </a:rPr>
              <a:t>Python/FastAPI and SQLite run locally.</a:t>
            </a:r>
            <a:endParaRPr sz="1400"/>
          </a:p>
          <a:p xmlns:a="http://schemas.openxmlformats.org/drawingml/2006/main">
            <a:pPr marL="342900" indent="-342900">
              <a:spcAft>
                <a:spcPts val="600"/>
              </a:spcAft>
              <a:buSzPct val="100000"/>
              <a:buChar char="•"/>
            </a:pPr>
            <a:r>
              <a:rPr sz="1400">
                <a:solidFill>
                  <a:srgbClr val="FFFFFF"/>
                </a:solidFill>
                <a:latin typeface="Calibri"/>
                <a:ea typeface="Calibri"/>
                <a:cs typeface="Calibri"/>
              </a:rPr>
              <a:t>Batch API accepts up to 2,000 docs/request.</a:t>
            </a:r>
            <a:endParaRPr sz="1400"/>
          </a:p>
          <a:p xmlns:a="http://schemas.openxmlformats.org/drawingml/2006/main">
            <a:pPr marL="342900" indent="-342900">
              <a:spcAft>
                <a:spcPts val="600"/>
              </a:spcAft>
              <a:buSzPct val="100000"/>
              <a:buChar char="•"/>
            </a:pPr>
            <a:r>
              <a:rPr sz="1400">
                <a:solidFill>
                  <a:srgbClr val="FFFFFF"/>
                </a:solidFill>
                <a:latin typeface="Calibri"/>
                <a:ea typeface="Calibri"/>
                <a:cs typeface="Calibri"/>
              </a:rPr>
              <a:t>No external model is needed for the test flow.</a:t>
            </a:r>
            <a:endParaRPr sz="1400"/>
          </a:p>
        </p:txBody>
      </p:sp>
      <p:sp>
        <p:nvSpPr>
          <p:cNvPr id="7" name="Economic Feasibility card">
            <a:extLst xmlns:a="http://schemas.openxmlformats.org/drawingml/2006/main">
              <a:ext uri="{FF2B5EF4-FFF2-40B4-BE49-F238E27FC236}">
                <a16:creationId xmlns:a16="http://schemas.microsoft.com/office/drawing/2014/main" id="{A7A75D63-DF7D-427D-8FD8-0933F1F0985F}"/>
              </a:ext>
            </a:extLst>
          </p:cNvPr>
          <p:cNvSpPr>
            <a:spLocks xmlns:a="http://schemas.openxmlformats.org/drawingml/2006/main" noGrp="1"/>
          </p:cNvSpPr>
          <p:nvPr/>
        </p:nvSpPr>
        <p:spPr>
          <a:xfrm xmlns:a="http://schemas.openxmlformats.org/drawingml/2006/main">
            <a:off x="4270248" y="1691640"/>
            <a:ext cx="3657600" cy="4434840"/>
          </a:xfrm>
          <a:prstGeom xmlns:a="http://schemas.openxmlformats.org/drawingml/2006/main" prst="roundRect">
            <a:avLst>
              <a:gd name="adj" fmla="val 3000"/>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8" name="Economic Feasibility head">
            <a:extLst xmlns:a="http://schemas.openxmlformats.org/drawingml/2006/main">
              <a:ext uri="{FF2B5EF4-FFF2-40B4-BE49-F238E27FC236}">
                <a16:creationId xmlns:a16="http://schemas.microsoft.com/office/drawing/2014/main" id="{3333672E-7C7F-475C-B0F4-EA39C06A3490}"/>
              </a:ext>
            </a:extLst>
          </p:cNvPr>
          <p:cNvSpPr>
            <a:spLocks xmlns:a="http://schemas.openxmlformats.org/drawingml/2006/main" noGrp="1"/>
          </p:cNvSpPr>
          <p:nvPr/>
        </p:nvSpPr>
        <p:spPr>
          <a:xfrm xmlns:a="http://schemas.openxmlformats.org/drawingml/2006/main">
            <a:off x="4544568" y="1874520"/>
            <a:ext cx="31089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ECONOMIC FEASIBILITY</a:t>
            </a:r>
            <a:endParaRPr sz="1500"/>
          </a:p>
        </p:txBody>
      </p:sp>
      <p:sp>
        <p:nvSpPr>
          <p:cNvPr id="9" name="Economic Feasibility body">
            <a:extLst xmlns:a="http://schemas.openxmlformats.org/drawingml/2006/main">
              <a:ext uri="{FF2B5EF4-FFF2-40B4-BE49-F238E27FC236}">
                <a16:creationId xmlns:a16="http://schemas.microsoft.com/office/drawing/2014/main" id="{AE81AC13-FFED-427C-AD02-E1CEDCCCF22F}"/>
              </a:ext>
            </a:extLst>
          </p:cNvPr>
          <p:cNvSpPr>
            <a:spLocks xmlns:a="http://schemas.openxmlformats.org/drawingml/2006/main" noGrp="1"/>
          </p:cNvSpPr>
          <p:nvPr/>
        </p:nvSpPr>
        <p:spPr>
          <a:xfrm xmlns:a="http://schemas.openxmlformats.org/drawingml/2006/main">
            <a:off x="4544568" y="2377440"/>
            <a:ext cx="3108960" cy="3474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600"/>
              </a:spcAft>
              <a:buSzPct val="100000"/>
              <a:buChar char="•"/>
            </a:pPr>
            <a:r>
              <a:rPr sz="1400">
                <a:solidFill>
                  <a:srgbClr val="FFFFFF"/>
                </a:solidFill>
                <a:latin typeface="Calibri"/>
                <a:ea typeface="Calibri"/>
                <a:cs typeface="Calibri"/>
              </a:rPr>
              <a:t>Prototype uses the installed local stack.</a:t>
            </a:r>
            <a:endParaRPr sz="1400"/>
          </a:p>
          <a:p xmlns:a="http://schemas.openxmlformats.org/drawingml/2006/main">
            <a:pPr marL="342900" indent="-342900">
              <a:spcAft>
                <a:spcPts val="600"/>
              </a:spcAft>
              <a:buSzPct val="100000"/>
              <a:buChar char="•"/>
            </a:pPr>
            <a:r>
              <a:rPr sz="1400">
                <a:solidFill>
                  <a:srgbClr val="FFFFFF"/>
                </a:solidFill>
                <a:latin typeface="Calibri"/>
                <a:ea typeface="Calibri"/>
                <a:cs typeface="Calibri"/>
              </a:rPr>
              <a:t>Test flow requires no paid API key.</a:t>
            </a:r>
            <a:endParaRPr sz="1400"/>
          </a:p>
          <a:p xmlns:a="http://schemas.openxmlformats.org/drawingml/2006/main">
            <a:pPr marL="342900" indent="-342900">
              <a:spcAft>
                <a:spcPts val="600"/>
              </a:spcAft>
              <a:buSzPct val="100000"/>
              <a:buChar char="•"/>
            </a:pPr>
            <a:r>
              <a:rPr sz="1400">
                <a:solidFill>
                  <a:srgbClr val="FFFFFF"/>
                </a:solidFill>
                <a:latin typeface="Calibri"/>
                <a:ea typeface="Calibri"/>
                <a:cs typeface="Calibri"/>
              </a:rPr>
              <a:t>Hosting and integration costs are unmeasured.</a:t>
            </a:r>
            <a:endParaRPr sz="1400"/>
          </a:p>
        </p:txBody>
      </p:sp>
      <p:sp>
        <p:nvSpPr>
          <p:cNvPr id="10" name="Operational Viability card">
            <a:extLst xmlns:a="http://schemas.openxmlformats.org/drawingml/2006/main">
              <a:ext uri="{FF2B5EF4-FFF2-40B4-BE49-F238E27FC236}">
                <a16:creationId xmlns:a16="http://schemas.microsoft.com/office/drawing/2014/main" id="{B5759BA6-FE8F-4F7D-A38E-6C5E0AF235DD}"/>
              </a:ext>
            </a:extLst>
          </p:cNvPr>
          <p:cNvSpPr>
            <a:spLocks xmlns:a="http://schemas.openxmlformats.org/drawingml/2006/main" noGrp="1"/>
          </p:cNvSpPr>
          <p:nvPr/>
        </p:nvSpPr>
        <p:spPr>
          <a:xfrm xmlns:a="http://schemas.openxmlformats.org/drawingml/2006/main">
            <a:off x="8083296" y="1691640"/>
            <a:ext cx="3657600" cy="4434840"/>
          </a:xfrm>
          <a:prstGeom xmlns:a="http://schemas.openxmlformats.org/drawingml/2006/main" prst="roundRect">
            <a:avLst>
              <a:gd name="adj" fmla="val 3000"/>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11" name="Operational Viability head">
            <a:extLst xmlns:a="http://schemas.openxmlformats.org/drawingml/2006/main">
              <a:ext uri="{FF2B5EF4-FFF2-40B4-BE49-F238E27FC236}">
                <a16:creationId xmlns:a16="http://schemas.microsoft.com/office/drawing/2014/main" id="{F278E489-FE61-4DF6-90BF-A2184B4CED01}"/>
              </a:ext>
            </a:extLst>
          </p:cNvPr>
          <p:cNvSpPr>
            <a:spLocks xmlns:a="http://schemas.openxmlformats.org/drawingml/2006/main" noGrp="1"/>
          </p:cNvSpPr>
          <p:nvPr/>
        </p:nvSpPr>
        <p:spPr>
          <a:xfrm xmlns:a="http://schemas.openxmlformats.org/drawingml/2006/main">
            <a:off x="8357616" y="1874520"/>
            <a:ext cx="31089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OPERATIONAL VIABILITY</a:t>
            </a:r>
            <a:endParaRPr sz="1500"/>
          </a:p>
        </p:txBody>
      </p:sp>
      <p:sp>
        <p:nvSpPr>
          <p:cNvPr id="12" name="Operational Viability body">
            <a:extLst xmlns:a="http://schemas.openxmlformats.org/drawingml/2006/main">
              <a:ext uri="{FF2B5EF4-FFF2-40B4-BE49-F238E27FC236}">
                <a16:creationId xmlns:a16="http://schemas.microsoft.com/office/drawing/2014/main" id="{73EAD07D-1697-43B4-89CC-5FCD50FB5832}"/>
              </a:ext>
            </a:extLst>
          </p:cNvPr>
          <p:cNvSpPr>
            <a:spLocks xmlns:a="http://schemas.openxmlformats.org/drawingml/2006/main" noGrp="1"/>
          </p:cNvSpPr>
          <p:nvPr/>
        </p:nvSpPr>
        <p:spPr>
          <a:xfrm xmlns:a="http://schemas.openxmlformats.org/drawingml/2006/main">
            <a:off x="8357616" y="2377440"/>
            <a:ext cx="3108960" cy="3474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600"/>
              </a:spcAft>
              <a:buSzPct val="100000"/>
              <a:buChar char="•"/>
            </a:pPr>
            <a:r>
              <a:rPr sz="1400">
                <a:solidFill>
                  <a:srgbClr val="FFFFFF"/>
                </a:solidFill>
                <a:latin typeface="Calibri"/>
                <a:ea typeface="Calibri"/>
                <a:cs typeface="Calibri"/>
              </a:rPr>
              <a:t>Local app runs on ports 5173 and 8001.</a:t>
            </a:r>
            <a:endParaRPr sz="1400"/>
          </a:p>
          <a:p xmlns:a="http://schemas.openxmlformats.org/drawingml/2006/main">
            <a:pPr marL="342900" indent="-342900">
              <a:spcAft>
                <a:spcPts val="600"/>
              </a:spcAft>
              <a:buSzPct val="100000"/>
              <a:buChar char="•"/>
            </a:pPr>
            <a:r>
              <a:rPr sz="1400">
                <a:solidFill>
                  <a:srgbClr val="FFFFFF"/>
                </a:solidFill>
                <a:latin typeface="Calibri"/>
                <a:ea typeface="Calibri"/>
                <a:cs typeface="Calibri"/>
              </a:rPr>
              <a:t>Extraction rules need broader corpus checks.</a:t>
            </a:r>
            <a:endParaRPr sz="1400"/>
          </a:p>
          <a:p xmlns:a="http://schemas.openxmlformats.org/drawingml/2006/main">
            <a:pPr marL="342900" indent="-342900">
              <a:spcAft>
                <a:spcPts val="600"/>
              </a:spcAft>
              <a:buSzPct val="100000"/>
              <a:buChar char="•"/>
            </a:pPr>
            <a:r>
              <a:rPr sz="1400">
                <a:solidFill>
                  <a:srgbClr val="FFFFFF"/>
                </a:solidFill>
                <a:latin typeface="Calibri"/>
                <a:ea typeface="Calibri"/>
                <a:cs typeface="Calibri"/>
              </a:rPr>
              <a:t>Conflicts remain visible for human review.</a:t>
            </a:r>
            <a:endParaRPr sz="1400"/>
          </a:p>
        </p:txBody>
      </p:sp>
      <p:sp>
        <p:nvSpPr>
          <p:cNvPr id="25" name="Slide Number Placeholder 0">
            <a:extLst xmlns:a="http://schemas.openxmlformats.org/drawingml/2006/main">
              <a:ext uri="{FF2B5EF4-FFF2-40B4-BE49-F238E27FC236}">
                <a16:creationId xmlns:a16="http://schemas.microsoft.com/office/drawing/2014/main" id="{8107E5C4-5414-4027-86D6-8FE5EAD1A816}"/>
              </a:ext>
            </a:extLst>
          </p:cNvPr>
          <p:cNvSpPr>
            <a:spLocks xmlns:a="http://schemas.openxmlformats.org/drawingml/2006/main" noGrp="1"/>
          </p:cNvSpPr>
          <p:nvPr>
            <p:ph type="sldNum" idx="4294967295"/>
          </p:nvPr>
        </p:nvSpPr>
        <p:spPr>
          <a:xfrm xmlns:a="http://schemas.openxmlformats.org/drawingml/2006/main">
            <a:off x="11155680" y="6428232"/>
            <a:ext cx="576072"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9CC4FF"/>
                </a:solidFill>
                <a:latin typeface="Arial"/>
                <a:ea typeface="Arial"/>
                <a:cs typeface="Arial"/>
              </a:defRPr>
            </a:lvl1pPr>
          </a:lstStyle>
          <a:p xmlns:a="http://schemas.openxmlformats.org/drawingml/2006/main">
            <a:pPr algn="r">
              <a:buNone/>
            </a:pPr>
            <a:fld id="{F7021451-1387-4CA6-816F-3879F97B5CBC}" type="slidenum">
              <a:rPr b="0"/>
              <a:t>5</a:t>
            </a:fld>
            <a:endParaRPr/>
          </a:p>
        </p:txBody>
      </p:sp>
    </p:spTree>
    <p:extLst>
      <p:ext uri="{BB962C8B-B14F-4D97-AF65-F5344CB8AC3E}">
        <p14:creationId xmlns:p14="http://schemas.microsoft.com/office/powerpoint/2010/main" val="201638881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9976D94-CDF9-4B2E-9107-53723F2670B1}"/>
              </a:ext>
            </a:extLst>
          </p:cNvPr>
          <p:cNvSpPr>
            <a:spLocks xmlns:a="http://schemas.openxmlformats.org/drawingml/2006/main" noGrp="1"/>
          </p:cNvSpPr>
          <p:nvPr/>
        </p:nvSpPr>
        <p:spPr>
          <a:xfrm xmlns:a="http://schemas.openxmlformats.org/drawingml/2006/main">
            <a:off x="457200" y="960120"/>
            <a:ext cx="1127455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600" b="1" spc="200">
                <a:solidFill>
                  <a:srgbClr val="FFFFFF"/>
                </a:solidFill>
                <a:latin typeface="Arial"/>
                <a:ea typeface="Arial"/>
                <a:cs typeface="Arial"/>
              </a:rPr>
              <a:t>IMPACT AND BENEFITS</a:t>
            </a:r>
            <a:endParaRPr sz="3600"/>
          </a:p>
        </p:txBody>
      </p:sp>
      <p:sp>
        <p:nvSpPr>
          <p:cNvPr id="3" name="Team tag">
            <a:extLst xmlns:a="http://schemas.openxmlformats.org/drawingml/2006/main">
              <a:ext uri="{FF2B5EF4-FFF2-40B4-BE49-F238E27FC236}">
                <a16:creationId xmlns:a16="http://schemas.microsoft.com/office/drawing/2014/main" id="{D513DB1C-2F83-4220-A533-7474E89D6D8A}"/>
              </a:ext>
            </a:extLst>
          </p:cNvPr>
          <p:cNvSpPr>
            <a:spLocks xmlns:a="http://schemas.openxmlformats.org/drawingml/2006/main" noGrp="1"/>
          </p:cNvSpPr>
          <p:nvPr/>
        </p:nvSpPr>
        <p:spPr>
          <a:xfrm xmlns:a="http://schemas.openxmlformats.org/drawingml/2006/main">
            <a:off x="8503920" y="1097280"/>
            <a:ext cx="322783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9CC4FF"/>
                </a:solidFill>
                <a:latin typeface="Calibri"/>
                <a:ea typeface="Calibri"/>
                <a:cs typeface="Calibri"/>
              </a:rPr>
              <a:t>DataTrust AI  |  Team ID pending</a:t>
            </a:r>
            <a:endParaRPr sz="1200"/>
          </a:p>
        </p:txBody>
      </p:sp>
      <p:sp>
        <p:nvSpPr>
          <p:cNvPr id="4" name="Social Impact card">
            <a:extLst xmlns:a="http://schemas.openxmlformats.org/drawingml/2006/main">
              <a:ext uri="{FF2B5EF4-FFF2-40B4-BE49-F238E27FC236}">
                <a16:creationId xmlns:a16="http://schemas.microsoft.com/office/drawing/2014/main" id="{C192C4B7-72F7-4389-A573-175365065134}"/>
              </a:ext>
            </a:extLst>
          </p:cNvPr>
          <p:cNvSpPr>
            <a:spLocks xmlns:a="http://schemas.openxmlformats.org/drawingml/2006/main" noGrp="1"/>
          </p:cNvSpPr>
          <p:nvPr/>
        </p:nvSpPr>
        <p:spPr>
          <a:xfrm xmlns:a="http://schemas.openxmlformats.org/drawingml/2006/main">
            <a:off x="457200" y="1691640"/>
            <a:ext cx="5486400" cy="2103120"/>
          </a:xfrm>
          <a:prstGeom xmlns:a="http://schemas.openxmlformats.org/drawingml/2006/main" prst="roundRect">
            <a:avLst>
              <a:gd name="adj" fmla="val 5217"/>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5" name="Social Impact badge">
            <a:extLst xmlns:a="http://schemas.openxmlformats.org/drawingml/2006/main">
              <a:ext uri="{FF2B5EF4-FFF2-40B4-BE49-F238E27FC236}">
                <a16:creationId xmlns:a16="http://schemas.microsoft.com/office/drawing/2014/main" id="{C5566014-5924-45A0-8383-9FFF71125875}"/>
              </a:ext>
            </a:extLst>
          </p:cNvPr>
          <p:cNvSpPr>
            <a:spLocks xmlns:a="http://schemas.openxmlformats.org/drawingml/2006/main" noGrp="1"/>
          </p:cNvSpPr>
          <p:nvPr/>
        </p:nvSpPr>
        <p:spPr>
          <a:xfrm xmlns:a="http://schemas.openxmlformats.org/drawingml/2006/main">
            <a:off x="731520" y="1965960"/>
            <a:ext cx="548640" cy="548640"/>
          </a:xfrm>
          <a:prstGeom xmlns:a="http://schemas.openxmlformats.org/drawingml/2006/main" prst="ellipse">
            <a:avLst/>
          </a:prstGeom>
          <a:solidFill xmlns:a="http://schemas.openxmlformats.org/drawingml/2006/main">
            <a:schemeClr val="accent1"/>
          </a:solidFill>
          <a:ln xmlns:a="http://schemas.openxmlformats.org/drawingml/2006/main" w="12700">
            <a:solidFill>
              <a:srgbClr val="FFFFFF"/>
            </a:solidFill>
            <a:prstDash val="solid"/>
          </a:ln>
        </p:spPr>
      </p:sp>
      <p:sp>
        <p:nvSpPr>
          <p:cNvPr id="6" name="Text 4">
            <a:extLst xmlns:a="http://schemas.openxmlformats.org/drawingml/2006/main">
              <a:ext uri="{FF2B5EF4-FFF2-40B4-BE49-F238E27FC236}">
                <a16:creationId xmlns:a16="http://schemas.microsoft.com/office/drawing/2014/main" id="{7B284CBA-4B94-41EC-BB97-501CB7E9F40F}"/>
              </a:ext>
            </a:extLst>
          </p:cNvPr>
          <p:cNvSpPr>
            <a:spLocks xmlns:a="http://schemas.openxmlformats.org/drawingml/2006/main" noGrp="1"/>
          </p:cNvSpPr>
          <p:nvPr/>
        </p:nvSpPr>
        <p:spPr>
          <a:xfrm xmlns:a="http://schemas.openxmlformats.org/drawingml/2006/main">
            <a:off x="731520" y="196596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FFFFFF"/>
                </a:solidFill>
                <a:latin typeface="Arial"/>
                <a:ea typeface="Arial"/>
                <a:cs typeface="Arial"/>
              </a:rPr>
              <a:t>1</a:t>
            </a:r>
            <a:endParaRPr sz="1800"/>
          </a:p>
        </p:txBody>
      </p:sp>
      <p:sp>
        <p:nvSpPr>
          <p:cNvPr id="7" name="Social Impact head">
            <a:extLst xmlns:a="http://schemas.openxmlformats.org/drawingml/2006/main">
              <a:ext uri="{FF2B5EF4-FFF2-40B4-BE49-F238E27FC236}">
                <a16:creationId xmlns:a16="http://schemas.microsoft.com/office/drawing/2014/main" id="{13DBEE0A-6B27-44CC-B1FD-C08CD8EB5500}"/>
              </a:ext>
            </a:extLst>
          </p:cNvPr>
          <p:cNvSpPr>
            <a:spLocks xmlns:a="http://schemas.openxmlformats.org/drawingml/2006/main" noGrp="1"/>
          </p:cNvSpPr>
          <p:nvPr/>
        </p:nvSpPr>
        <p:spPr>
          <a:xfrm xmlns:a="http://schemas.openxmlformats.org/drawingml/2006/main">
            <a:off x="1554480" y="205740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SOCIAL IMPACT</a:t>
            </a:r>
            <a:endParaRPr sz="1500"/>
          </a:p>
        </p:txBody>
      </p:sp>
      <p:sp>
        <p:nvSpPr>
          <p:cNvPr id="8" name="Social Impact body">
            <a:extLst xmlns:a="http://schemas.openxmlformats.org/drawingml/2006/main">
              <a:ext uri="{FF2B5EF4-FFF2-40B4-BE49-F238E27FC236}">
                <a16:creationId xmlns:a16="http://schemas.microsoft.com/office/drawing/2014/main" id="{6F7AC066-E267-444A-B3BB-3D6B81979588}"/>
              </a:ext>
            </a:extLst>
          </p:cNvPr>
          <p:cNvSpPr>
            <a:spLocks xmlns:a="http://schemas.openxmlformats.org/drawingml/2006/main" noGrp="1"/>
          </p:cNvSpPr>
          <p:nvPr/>
        </p:nvSpPr>
        <p:spPr>
          <a:xfrm xmlns:a="http://schemas.openxmlformats.org/drawingml/2006/main">
            <a:off x="1554480" y="2514600"/>
            <a:ext cx="41148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FFFFFF"/>
                </a:solidFill>
                <a:latin typeface="Calibri"/>
                <a:ea typeface="Calibri"/>
                <a:cs typeface="Calibri"/>
              </a:rPr>
              <a:t>Hindi users can query English documents.</a:t>
            </a:r>
            <a:endParaRPr sz="1400"/>
          </a:p>
          <a:p xmlns:a="http://schemas.openxmlformats.org/drawingml/2006/main">
            <a:pPr marL="0" indent="0">
              <a:buNone/>
            </a:pPr>
            <a:r>
              <a:rPr sz="1400">
                <a:solidFill>
                  <a:srgbClr val="FFFFFF"/>
                </a:solidFill>
                <a:latin typeface="Calibri"/>
                <a:ea typeface="Calibri"/>
                <a:cs typeface="Calibri"/>
              </a:rPr>
              <a:t>Conflicts show both claims and sources.</a:t>
            </a:r>
            <a:endParaRPr sz="1400"/>
          </a:p>
        </p:txBody>
      </p:sp>
      <p:sp>
        <p:nvSpPr>
          <p:cNvPr id="9" name="Environmental Impact card">
            <a:extLst xmlns:a="http://schemas.openxmlformats.org/drawingml/2006/main">
              <a:ext uri="{FF2B5EF4-FFF2-40B4-BE49-F238E27FC236}">
                <a16:creationId xmlns:a16="http://schemas.microsoft.com/office/drawing/2014/main" id="{7207B70D-F021-4860-AE3A-217851525400}"/>
              </a:ext>
            </a:extLst>
          </p:cNvPr>
          <p:cNvSpPr>
            <a:spLocks xmlns:a="http://schemas.openxmlformats.org/drawingml/2006/main" noGrp="1"/>
          </p:cNvSpPr>
          <p:nvPr/>
        </p:nvSpPr>
        <p:spPr>
          <a:xfrm xmlns:a="http://schemas.openxmlformats.org/drawingml/2006/main">
            <a:off x="6099048" y="1691640"/>
            <a:ext cx="5486400" cy="2103120"/>
          </a:xfrm>
          <a:prstGeom xmlns:a="http://schemas.openxmlformats.org/drawingml/2006/main" prst="roundRect">
            <a:avLst>
              <a:gd name="adj" fmla="val 5217"/>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10" name="Environmental Impact badge">
            <a:extLst xmlns:a="http://schemas.openxmlformats.org/drawingml/2006/main">
              <a:ext uri="{FF2B5EF4-FFF2-40B4-BE49-F238E27FC236}">
                <a16:creationId xmlns:a16="http://schemas.microsoft.com/office/drawing/2014/main" id="{9FB68E70-8E96-41C6-BD28-959D8DD4B491}"/>
              </a:ext>
            </a:extLst>
          </p:cNvPr>
          <p:cNvSpPr>
            <a:spLocks xmlns:a="http://schemas.openxmlformats.org/drawingml/2006/main" noGrp="1"/>
          </p:cNvSpPr>
          <p:nvPr/>
        </p:nvSpPr>
        <p:spPr>
          <a:xfrm xmlns:a="http://schemas.openxmlformats.org/drawingml/2006/main">
            <a:off x="6373368" y="1965960"/>
            <a:ext cx="548640" cy="548640"/>
          </a:xfrm>
          <a:prstGeom xmlns:a="http://schemas.openxmlformats.org/drawingml/2006/main" prst="ellipse">
            <a:avLst/>
          </a:prstGeom>
          <a:solidFill xmlns:a="http://schemas.openxmlformats.org/drawingml/2006/main">
            <a:schemeClr val="accent1"/>
          </a:solidFill>
          <a:ln xmlns:a="http://schemas.openxmlformats.org/drawingml/2006/main" w="12700">
            <a:solidFill>
              <a:srgbClr val="FFFFFF"/>
            </a:solidFill>
            <a:prstDash val="solid"/>
          </a:ln>
        </p:spPr>
      </p:sp>
      <p:sp>
        <p:nvSpPr>
          <p:cNvPr id="11" name="Text 9">
            <a:extLst xmlns:a="http://schemas.openxmlformats.org/drawingml/2006/main">
              <a:ext uri="{FF2B5EF4-FFF2-40B4-BE49-F238E27FC236}">
                <a16:creationId xmlns:a16="http://schemas.microsoft.com/office/drawing/2014/main" id="{D96E2EEE-96DD-4183-9A05-778FC7788000}"/>
              </a:ext>
            </a:extLst>
          </p:cNvPr>
          <p:cNvSpPr>
            <a:spLocks xmlns:a="http://schemas.openxmlformats.org/drawingml/2006/main" noGrp="1"/>
          </p:cNvSpPr>
          <p:nvPr/>
        </p:nvSpPr>
        <p:spPr>
          <a:xfrm xmlns:a="http://schemas.openxmlformats.org/drawingml/2006/main">
            <a:off x="6373368" y="196596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FFFFFF"/>
                </a:solidFill>
                <a:latin typeface="Arial"/>
                <a:ea typeface="Arial"/>
                <a:cs typeface="Arial"/>
              </a:rPr>
              <a:t>2</a:t>
            </a:r>
            <a:endParaRPr sz="1800"/>
          </a:p>
        </p:txBody>
      </p:sp>
      <p:sp>
        <p:nvSpPr>
          <p:cNvPr id="12" name="Environmental Impact head">
            <a:extLst xmlns:a="http://schemas.openxmlformats.org/drawingml/2006/main">
              <a:ext uri="{FF2B5EF4-FFF2-40B4-BE49-F238E27FC236}">
                <a16:creationId xmlns:a16="http://schemas.microsoft.com/office/drawing/2014/main" id="{CD71DD86-6980-4F7A-A04A-11589859CEBE}"/>
              </a:ext>
            </a:extLst>
          </p:cNvPr>
          <p:cNvSpPr>
            <a:spLocks xmlns:a="http://schemas.openxmlformats.org/drawingml/2006/main" noGrp="1"/>
          </p:cNvSpPr>
          <p:nvPr/>
        </p:nvSpPr>
        <p:spPr>
          <a:xfrm xmlns:a="http://schemas.openxmlformats.org/drawingml/2006/main">
            <a:off x="7196328" y="205740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ENVIRONMENTAL IMPACT</a:t>
            </a:r>
            <a:endParaRPr sz="1500"/>
          </a:p>
        </p:txBody>
      </p:sp>
      <p:sp>
        <p:nvSpPr>
          <p:cNvPr id="13" name="Environmental Impact body">
            <a:extLst xmlns:a="http://schemas.openxmlformats.org/drawingml/2006/main">
              <a:ext uri="{FF2B5EF4-FFF2-40B4-BE49-F238E27FC236}">
                <a16:creationId xmlns:a16="http://schemas.microsoft.com/office/drawing/2014/main" id="{221396DA-109D-47CB-99DC-E15D90BE21D6}"/>
              </a:ext>
            </a:extLst>
          </p:cNvPr>
          <p:cNvSpPr>
            <a:spLocks xmlns:a="http://schemas.openxmlformats.org/drawingml/2006/main" noGrp="1"/>
          </p:cNvSpPr>
          <p:nvPr/>
        </p:nvSpPr>
        <p:spPr>
          <a:xfrm xmlns:a="http://schemas.openxmlformats.org/drawingml/2006/main">
            <a:off x="7196328" y="2514600"/>
            <a:ext cx="41148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FFFFFF"/>
                </a:solidFill>
                <a:latin typeface="Calibri"/>
                <a:ea typeface="Calibri"/>
                <a:cs typeface="Calibri"/>
              </a:rPr>
              <a:t>Updates reindex one document, not the full corpus.</a:t>
            </a:r>
            <a:endParaRPr sz="1400"/>
          </a:p>
          <a:p xmlns:a="http://schemas.openxmlformats.org/drawingml/2006/main">
            <a:pPr marL="0" indent="0">
              <a:buNone/>
            </a:pPr>
            <a:r>
              <a:rPr sz="1400">
                <a:solidFill>
                  <a:srgbClr val="FFFFFF"/>
                </a:solidFill>
                <a:latin typeface="Calibri"/>
                <a:ea typeface="Calibri"/>
                <a:cs typeface="Calibri"/>
              </a:rPr>
              <a:t>Energy and carbon savings are not measured.</a:t>
            </a:r>
            <a:endParaRPr sz="1400"/>
          </a:p>
        </p:txBody>
      </p:sp>
      <p:sp>
        <p:nvSpPr>
          <p:cNvPr id="14" name="Technical Impact card">
            <a:extLst xmlns:a="http://schemas.openxmlformats.org/drawingml/2006/main">
              <a:ext uri="{FF2B5EF4-FFF2-40B4-BE49-F238E27FC236}">
                <a16:creationId xmlns:a16="http://schemas.microsoft.com/office/drawing/2014/main" id="{99561A0B-8E41-4570-9D99-23FF85B6FF58}"/>
              </a:ext>
            </a:extLst>
          </p:cNvPr>
          <p:cNvSpPr>
            <a:spLocks xmlns:a="http://schemas.openxmlformats.org/drawingml/2006/main" noGrp="1"/>
          </p:cNvSpPr>
          <p:nvPr/>
        </p:nvSpPr>
        <p:spPr>
          <a:xfrm xmlns:a="http://schemas.openxmlformats.org/drawingml/2006/main">
            <a:off x="457200" y="3977640"/>
            <a:ext cx="5486400" cy="2103120"/>
          </a:xfrm>
          <a:prstGeom xmlns:a="http://schemas.openxmlformats.org/drawingml/2006/main" prst="roundRect">
            <a:avLst>
              <a:gd name="adj" fmla="val 5217"/>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15" name="Technical Impact badge">
            <a:extLst xmlns:a="http://schemas.openxmlformats.org/drawingml/2006/main">
              <a:ext uri="{FF2B5EF4-FFF2-40B4-BE49-F238E27FC236}">
                <a16:creationId xmlns:a16="http://schemas.microsoft.com/office/drawing/2014/main" id="{9FC94E6F-89AA-4B0A-8D22-48A027C07291}"/>
              </a:ext>
            </a:extLst>
          </p:cNvPr>
          <p:cNvSpPr>
            <a:spLocks xmlns:a="http://schemas.openxmlformats.org/drawingml/2006/main" noGrp="1"/>
          </p:cNvSpPr>
          <p:nvPr/>
        </p:nvSpPr>
        <p:spPr>
          <a:xfrm xmlns:a="http://schemas.openxmlformats.org/drawingml/2006/main">
            <a:off x="731520" y="4251960"/>
            <a:ext cx="548640" cy="548640"/>
          </a:xfrm>
          <a:prstGeom xmlns:a="http://schemas.openxmlformats.org/drawingml/2006/main" prst="ellipse">
            <a:avLst/>
          </a:prstGeom>
          <a:solidFill xmlns:a="http://schemas.openxmlformats.org/drawingml/2006/main">
            <a:schemeClr val="accent1"/>
          </a:solidFill>
          <a:ln xmlns:a="http://schemas.openxmlformats.org/drawingml/2006/main" w="12700">
            <a:solidFill>
              <a:srgbClr val="FFFFFF"/>
            </a:solidFill>
            <a:prstDash val="solid"/>
          </a:ln>
        </p:spPr>
      </p:sp>
      <p:sp>
        <p:nvSpPr>
          <p:cNvPr id="16" name="Text 14">
            <a:extLst xmlns:a="http://schemas.openxmlformats.org/drawingml/2006/main">
              <a:ext uri="{FF2B5EF4-FFF2-40B4-BE49-F238E27FC236}">
                <a16:creationId xmlns:a16="http://schemas.microsoft.com/office/drawing/2014/main" id="{D9C21E8C-4905-46F3-BD48-181BD3EAC2A8}"/>
              </a:ext>
            </a:extLst>
          </p:cNvPr>
          <p:cNvSpPr>
            <a:spLocks xmlns:a="http://schemas.openxmlformats.org/drawingml/2006/main" noGrp="1"/>
          </p:cNvSpPr>
          <p:nvPr/>
        </p:nvSpPr>
        <p:spPr>
          <a:xfrm xmlns:a="http://schemas.openxmlformats.org/drawingml/2006/main">
            <a:off x="731520" y="425196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FFFFFF"/>
                </a:solidFill>
                <a:latin typeface="Arial"/>
                <a:ea typeface="Arial"/>
                <a:cs typeface="Arial"/>
              </a:rPr>
              <a:t>3</a:t>
            </a:r>
            <a:endParaRPr sz="1800"/>
          </a:p>
        </p:txBody>
      </p:sp>
      <p:sp>
        <p:nvSpPr>
          <p:cNvPr id="17" name="Technical Impact head">
            <a:extLst xmlns:a="http://schemas.openxmlformats.org/drawingml/2006/main">
              <a:ext uri="{FF2B5EF4-FFF2-40B4-BE49-F238E27FC236}">
                <a16:creationId xmlns:a16="http://schemas.microsoft.com/office/drawing/2014/main" id="{32AB9EBC-15CB-42DB-8559-C4FBD780A4D4}"/>
              </a:ext>
            </a:extLst>
          </p:cNvPr>
          <p:cNvSpPr>
            <a:spLocks xmlns:a="http://schemas.openxmlformats.org/drawingml/2006/main" noGrp="1"/>
          </p:cNvSpPr>
          <p:nvPr/>
        </p:nvSpPr>
        <p:spPr>
          <a:xfrm xmlns:a="http://schemas.openxmlformats.org/drawingml/2006/main">
            <a:off x="1554480" y="434340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TECHNICAL IMPACT</a:t>
            </a:r>
            <a:endParaRPr sz="1500"/>
          </a:p>
        </p:txBody>
      </p:sp>
      <p:sp>
        <p:nvSpPr>
          <p:cNvPr id="18" name="Technical Impact body">
            <a:extLst xmlns:a="http://schemas.openxmlformats.org/drawingml/2006/main">
              <a:ext uri="{FF2B5EF4-FFF2-40B4-BE49-F238E27FC236}">
                <a16:creationId xmlns:a16="http://schemas.microsoft.com/office/drawing/2014/main" id="{518069F1-3131-47FA-9426-8163D8505F2E}"/>
              </a:ext>
            </a:extLst>
          </p:cNvPr>
          <p:cNvSpPr>
            <a:spLocks xmlns:a="http://schemas.openxmlformats.org/drawingml/2006/main" noGrp="1"/>
          </p:cNvSpPr>
          <p:nvPr/>
        </p:nvSpPr>
        <p:spPr>
          <a:xfrm xmlns:a="http://schemas.openxmlformats.org/drawingml/2006/main">
            <a:off x="1554480" y="4800600"/>
            <a:ext cx="41148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FFFFFF"/>
                </a:solidFill>
                <a:latin typeface="Calibri"/>
                <a:ea typeface="Calibri"/>
                <a:cs typeface="Calibri"/>
              </a:rPr>
              <a:t>500 input docs ingested in 7.7 s (local test).</a:t>
            </a:r>
            <a:endParaRPr sz="1400"/>
          </a:p>
          <a:p xmlns:a="http://schemas.openxmlformats.org/drawingml/2006/main">
            <a:pPr marL="0" indent="0">
              <a:buNone/>
            </a:pPr>
            <a:r>
              <a:rPr sz="1400">
                <a:solidFill>
                  <a:srgbClr val="FFFFFF"/>
                </a:solidFill>
                <a:latin typeface="Calibri"/>
                <a:ea typeface="Calibri"/>
                <a:cs typeface="Calibri"/>
              </a:rPr>
              <a:t>Graph: 504 docs, 539 entities, 40 edges.</a:t>
            </a:r>
            <a:endParaRPr sz="1400"/>
          </a:p>
          <a:p xmlns:a="http://schemas.openxmlformats.org/drawingml/2006/main">
            <a:pPr marL="0" indent="0">
              <a:buNone/>
            </a:pPr>
            <a:r>
              <a:rPr sz="1400">
                <a:solidFill>
                  <a:srgbClr val="FFFFFF"/>
                </a:solidFill>
                <a:latin typeface="Calibri"/>
                <a:ea typeface="Calibri"/>
                <a:cs typeface="Calibri"/>
              </a:rPr>
              <a:t>21 planted instruction strings tested.</a:t>
            </a:r>
            <a:endParaRPr sz="1400"/>
          </a:p>
        </p:txBody>
      </p:sp>
      <p:sp>
        <p:nvSpPr>
          <p:cNvPr id="19" name="Educational Impact card">
            <a:extLst xmlns:a="http://schemas.openxmlformats.org/drawingml/2006/main">
              <a:ext uri="{FF2B5EF4-FFF2-40B4-BE49-F238E27FC236}">
                <a16:creationId xmlns:a16="http://schemas.microsoft.com/office/drawing/2014/main" id="{73A6582C-7222-490A-95F1-556B820AEC5D}"/>
              </a:ext>
            </a:extLst>
          </p:cNvPr>
          <p:cNvSpPr>
            <a:spLocks xmlns:a="http://schemas.openxmlformats.org/drawingml/2006/main" noGrp="1"/>
          </p:cNvSpPr>
          <p:nvPr/>
        </p:nvSpPr>
        <p:spPr>
          <a:xfrm xmlns:a="http://schemas.openxmlformats.org/drawingml/2006/main">
            <a:off x="6099048" y="3977640"/>
            <a:ext cx="5486400" cy="2103120"/>
          </a:xfrm>
          <a:prstGeom xmlns:a="http://schemas.openxmlformats.org/drawingml/2006/main" prst="roundRect">
            <a:avLst>
              <a:gd name="adj" fmla="val 5217"/>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20" name="Educational Impact badge">
            <a:extLst xmlns:a="http://schemas.openxmlformats.org/drawingml/2006/main">
              <a:ext uri="{FF2B5EF4-FFF2-40B4-BE49-F238E27FC236}">
                <a16:creationId xmlns:a16="http://schemas.microsoft.com/office/drawing/2014/main" id="{BEA2EFD4-57D8-4131-ACFD-C4C143AA6DC1}"/>
              </a:ext>
            </a:extLst>
          </p:cNvPr>
          <p:cNvSpPr>
            <a:spLocks xmlns:a="http://schemas.openxmlformats.org/drawingml/2006/main" noGrp="1"/>
          </p:cNvSpPr>
          <p:nvPr/>
        </p:nvSpPr>
        <p:spPr>
          <a:xfrm xmlns:a="http://schemas.openxmlformats.org/drawingml/2006/main">
            <a:off x="6373368" y="4251960"/>
            <a:ext cx="548640" cy="548640"/>
          </a:xfrm>
          <a:prstGeom xmlns:a="http://schemas.openxmlformats.org/drawingml/2006/main" prst="ellipse">
            <a:avLst/>
          </a:prstGeom>
          <a:solidFill xmlns:a="http://schemas.openxmlformats.org/drawingml/2006/main">
            <a:schemeClr val="accent1"/>
          </a:solidFill>
          <a:ln xmlns:a="http://schemas.openxmlformats.org/drawingml/2006/main" w="12700">
            <a:solidFill>
              <a:srgbClr val="FFFFFF"/>
            </a:solidFill>
            <a:prstDash val="solid"/>
          </a:ln>
        </p:spPr>
      </p:sp>
      <p:sp>
        <p:nvSpPr>
          <p:cNvPr id="21" name="Text 19">
            <a:extLst xmlns:a="http://schemas.openxmlformats.org/drawingml/2006/main">
              <a:ext uri="{FF2B5EF4-FFF2-40B4-BE49-F238E27FC236}">
                <a16:creationId xmlns:a16="http://schemas.microsoft.com/office/drawing/2014/main" id="{D2942D8A-CA47-4240-B13B-8B82E990A80D}"/>
              </a:ext>
            </a:extLst>
          </p:cNvPr>
          <p:cNvSpPr>
            <a:spLocks xmlns:a="http://schemas.openxmlformats.org/drawingml/2006/main" noGrp="1"/>
          </p:cNvSpPr>
          <p:nvPr/>
        </p:nvSpPr>
        <p:spPr>
          <a:xfrm xmlns:a="http://schemas.openxmlformats.org/drawingml/2006/main">
            <a:off x="6373368" y="425196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FFFFFF"/>
                </a:solidFill>
                <a:latin typeface="Arial"/>
                <a:ea typeface="Arial"/>
                <a:cs typeface="Arial"/>
              </a:rPr>
              <a:t>4</a:t>
            </a:r>
            <a:endParaRPr sz="1800"/>
          </a:p>
        </p:txBody>
      </p:sp>
      <p:sp>
        <p:nvSpPr>
          <p:cNvPr id="22" name="Educational Impact head">
            <a:extLst xmlns:a="http://schemas.openxmlformats.org/drawingml/2006/main">
              <a:ext uri="{FF2B5EF4-FFF2-40B4-BE49-F238E27FC236}">
                <a16:creationId xmlns:a16="http://schemas.microsoft.com/office/drawing/2014/main" id="{94A4B706-1E10-4F84-9722-4463EFF67C85}"/>
              </a:ext>
            </a:extLst>
          </p:cNvPr>
          <p:cNvSpPr>
            <a:spLocks xmlns:a="http://schemas.openxmlformats.org/drawingml/2006/main" noGrp="1"/>
          </p:cNvSpPr>
          <p:nvPr/>
        </p:nvSpPr>
        <p:spPr>
          <a:xfrm xmlns:a="http://schemas.openxmlformats.org/drawingml/2006/main">
            <a:off x="7196328" y="434340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EDUCATIONAL IMPACT</a:t>
            </a:r>
            <a:endParaRPr sz="1500"/>
          </a:p>
        </p:txBody>
      </p:sp>
      <p:sp>
        <p:nvSpPr>
          <p:cNvPr id="23" name="Educational Impact body">
            <a:extLst xmlns:a="http://schemas.openxmlformats.org/drawingml/2006/main">
              <a:ext uri="{FF2B5EF4-FFF2-40B4-BE49-F238E27FC236}">
                <a16:creationId xmlns:a16="http://schemas.microsoft.com/office/drawing/2014/main" id="{C03BE820-1CD9-412F-BF77-B7955F919AFA}"/>
              </a:ext>
            </a:extLst>
          </p:cNvPr>
          <p:cNvSpPr>
            <a:spLocks xmlns:a="http://schemas.openxmlformats.org/drawingml/2006/main" noGrp="1"/>
          </p:cNvSpPr>
          <p:nvPr/>
        </p:nvSpPr>
        <p:spPr>
          <a:xfrm xmlns:a="http://schemas.openxmlformats.org/drawingml/2006/main">
            <a:off x="7196328" y="4800600"/>
            <a:ext cx="41148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FFFFFF"/>
                </a:solidFill>
                <a:latin typeface="Calibri"/>
                <a:ea typeface="Calibri"/>
                <a:cs typeface="Calibri"/>
              </a:rPr>
              <a:t>Inspect claims, sources and graph paths.</a:t>
            </a:r>
            <a:endParaRPr sz="1400"/>
          </a:p>
          <a:p xmlns:a="http://schemas.openxmlformats.org/drawingml/2006/main">
            <a:pPr marL="0" indent="0">
              <a:buNone/>
            </a:pPr>
            <a:r>
              <a:rPr sz="1400">
                <a:solidFill>
                  <a:srgbClr val="FFFFFF"/>
                </a:solidFill>
                <a:latin typeface="Calibri"/>
                <a:ea typeface="Calibri"/>
                <a:cs typeface="Calibri"/>
              </a:rPr>
              <a:t>Evidence replay makes grounded answers teachable.</a:t>
            </a:r>
            <a:endParaRPr sz="1400"/>
          </a:p>
        </p:txBody>
      </p:sp>
      <p:sp>
        <p:nvSpPr>
          <p:cNvPr id="25" name="Slide Number Placeholder 0">
            <a:extLst xmlns:a="http://schemas.openxmlformats.org/drawingml/2006/main">
              <a:ext uri="{FF2B5EF4-FFF2-40B4-BE49-F238E27FC236}">
                <a16:creationId xmlns:a16="http://schemas.microsoft.com/office/drawing/2014/main" id="{21CC3903-C09E-4790-98F8-97F8D0460691}"/>
              </a:ext>
            </a:extLst>
          </p:cNvPr>
          <p:cNvSpPr>
            <a:spLocks xmlns:a="http://schemas.openxmlformats.org/drawingml/2006/main" noGrp="1"/>
          </p:cNvSpPr>
          <p:nvPr>
            <p:ph type="sldNum" idx="4294967295"/>
          </p:nvPr>
        </p:nvSpPr>
        <p:spPr>
          <a:xfrm xmlns:a="http://schemas.openxmlformats.org/drawingml/2006/main">
            <a:off x="11155680" y="6428232"/>
            <a:ext cx="576072"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9CC4FF"/>
                </a:solidFill>
                <a:latin typeface="Arial"/>
                <a:ea typeface="Arial"/>
                <a:cs typeface="Arial"/>
              </a:defRPr>
            </a:lvl1pPr>
          </a:lstStyle>
          <a:p xmlns:a="http://schemas.openxmlformats.org/drawingml/2006/main">
            <a:pPr algn="r">
              <a:buNone/>
            </a:pPr>
            <a:fld id="{F7021451-1387-4CA6-816F-3879F97B5CBC}" type="slidenum">
              <a:rPr b="0"/>
              <a:t>6</a:t>
            </a:fld>
            <a:endParaRPr/>
          </a:p>
        </p:txBody>
      </p:sp>
    </p:spTree>
    <p:extLst>
      <p:ext uri="{BB962C8B-B14F-4D97-AF65-F5344CB8AC3E}">
        <p14:creationId xmlns:p14="http://schemas.microsoft.com/office/powerpoint/2010/main" val="4298429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0EC107A-6954-496E-8E68-7AE9F11E26BE}"/>
              </a:ext>
            </a:extLst>
          </p:cNvPr>
          <p:cNvSpPr>
            <a:spLocks xmlns:a="http://schemas.openxmlformats.org/drawingml/2006/main" noGrp="1"/>
          </p:cNvSpPr>
          <p:nvPr/>
        </p:nvSpPr>
        <p:spPr>
          <a:xfrm xmlns:a="http://schemas.openxmlformats.org/drawingml/2006/main">
            <a:off x="457200" y="960120"/>
            <a:ext cx="1127455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600" b="1" spc="200">
                <a:solidFill>
                  <a:srgbClr val="FFFFFF"/>
                </a:solidFill>
                <a:latin typeface="Arial"/>
                <a:ea typeface="Arial"/>
                <a:cs typeface="Arial"/>
              </a:rPr>
              <a:t>BUSINESS MODEL &amp; SUSTAINABILITY</a:t>
            </a:r>
            <a:endParaRPr sz="3600"/>
          </a:p>
        </p:txBody>
      </p:sp>
      <p:sp>
        <p:nvSpPr>
          <p:cNvPr id="3" name="Team tag">
            <a:extLst xmlns:a="http://schemas.openxmlformats.org/drawingml/2006/main">
              <a:ext uri="{FF2B5EF4-FFF2-40B4-BE49-F238E27FC236}">
                <a16:creationId xmlns:a16="http://schemas.microsoft.com/office/drawing/2014/main" id="{A5F30C45-C4DF-4B89-AAB6-216E90032C58}"/>
              </a:ext>
            </a:extLst>
          </p:cNvPr>
          <p:cNvSpPr>
            <a:spLocks xmlns:a="http://schemas.openxmlformats.org/drawingml/2006/main" noGrp="1"/>
          </p:cNvSpPr>
          <p:nvPr/>
        </p:nvSpPr>
        <p:spPr>
          <a:xfrm xmlns:a="http://schemas.openxmlformats.org/drawingml/2006/main">
            <a:off x="8503920" y="1097280"/>
            <a:ext cx="322783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9CC4FF"/>
                </a:solidFill>
                <a:latin typeface="Calibri"/>
                <a:ea typeface="Calibri"/>
                <a:cs typeface="Calibri"/>
              </a:rPr>
              <a:t>DataTrust AI  |  Team ID pending</a:t>
            </a:r>
            <a:endParaRPr sz="1200"/>
          </a:p>
        </p:txBody>
      </p:sp>
      <p:sp>
        <p:nvSpPr>
          <p:cNvPr id="4" name="Users card">
            <a:extLst xmlns:a="http://schemas.openxmlformats.org/drawingml/2006/main">
              <a:ext uri="{FF2B5EF4-FFF2-40B4-BE49-F238E27FC236}">
                <a16:creationId xmlns:a16="http://schemas.microsoft.com/office/drawing/2014/main" id="{03D16733-900C-4036-83B7-71FE46C1417B}"/>
              </a:ext>
            </a:extLst>
          </p:cNvPr>
          <p:cNvSpPr>
            <a:spLocks xmlns:a="http://schemas.openxmlformats.org/drawingml/2006/main" noGrp="1"/>
          </p:cNvSpPr>
          <p:nvPr/>
        </p:nvSpPr>
        <p:spPr>
          <a:xfrm xmlns:a="http://schemas.openxmlformats.org/drawingml/2006/main">
            <a:off x="457200" y="1691640"/>
            <a:ext cx="3657600" cy="4434840"/>
          </a:xfrm>
          <a:prstGeom xmlns:a="http://schemas.openxmlformats.org/drawingml/2006/main" prst="roundRect">
            <a:avLst>
              <a:gd name="adj" fmla="val 3000"/>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5" name="Users head">
            <a:extLst xmlns:a="http://schemas.openxmlformats.org/drawingml/2006/main">
              <a:ext uri="{FF2B5EF4-FFF2-40B4-BE49-F238E27FC236}">
                <a16:creationId xmlns:a16="http://schemas.microsoft.com/office/drawing/2014/main" id="{6E4439F8-FB7C-47A4-9746-44024299B533}"/>
              </a:ext>
            </a:extLst>
          </p:cNvPr>
          <p:cNvSpPr>
            <a:spLocks xmlns:a="http://schemas.openxmlformats.org/drawingml/2006/main" noGrp="1"/>
          </p:cNvSpPr>
          <p:nvPr/>
        </p:nvSpPr>
        <p:spPr>
          <a:xfrm xmlns:a="http://schemas.openxmlformats.org/drawingml/2006/main">
            <a:off x="731520" y="1874520"/>
            <a:ext cx="31089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TARGET USERS</a:t>
            </a:r>
            <a:endParaRPr sz="1500"/>
          </a:p>
        </p:txBody>
      </p:sp>
      <p:sp>
        <p:nvSpPr>
          <p:cNvPr id="6" name="Users body">
            <a:extLst xmlns:a="http://schemas.openxmlformats.org/drawingml/2006/main">
              <a:ext uri="{FF2B5EF4-FFF2-40B4-BE49-F238E27FC236}">
                <a16:creationId xmlns:a16="http://schemas.microsoft.com/office/drawing/2014/main" id="{B0748EE7-781B-4094-8787-2028CCA5260F}"/>
              </a:ext>
            </a:extLst>
          </p:cNvPr>
          <p:cNvSpPr>
            <a:spLocks xmlns:a="http://schemas.openxmlformats.org/drawingml/2006/main" noGrp="1"/>
          </p:cNvSpPr>
          <p:nvPr/>
        </p:nvSpPr>
        <p:spPr>
          <a:xfrm xmlns:a="http://schemas.openxmlformats.org/drawingml/2006/main">
            <a:off x="731520" y="2377440"/>
            <a:ext cx="3108960" cy="3474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600"/>
              </a:spcAft>
              <a:buSzPct val="100000"/>
              <a:buChar char="•"/>
            </a:pPr>
            <a:r>
              <a:rPr sz="1400">
                <a:solidFill>
                  <a:srgbClr val="FFFFFF"/>
                </a:solidFill>
                <a:latin typeface="Calibri"/>
                <a:ea typeface="Calibri"/>
                <a:cs typeface="Calibri"/>
              </a:rPr>
              <a:t>Compliance and operations analysts</a:t>
            </a:r>
            <a:endParaRPr sz="1400"/>
          </a:p>
          <a:p xmlns:a="http://schemas.openxmlformats.org/drawingml/2006/main">
            <a:pPr marL="342900" indent="-342900">
              <a:spcAft>
                <a:spcPts val="600"/>
              </a:spcAft>
              <a:buSzPct val="100000"/>
              <a:buChar char="•"/>
            </a:pPr>
            <a:r>
              <a:rPr sz="1400">
                <a:solidFill>
                  <a:srgbClr val="FFFFFF"/>
                </a:solidFill>
                <a:latin typeface="Calibri"/>
                <a:ea typeface="Calibri"/>
                <a:cs typeface="Calibri"/>
              </a:rPr>
              <a:t>Data teams combining SQL and documents</a:t>
            </a:r>
            <a:endParaRPr sz="1400"/>
          </a:p>
          <a:p xmlns:a="http://schemas.openxmlformats.org/drawingml/2006/main">
            <a:pPr marL="342900" indent="-342900">
              <a:spcAft>
                <a:spcPts val="600"/>
              </a:spcAft>
              <a:buSzPct val="100000"/>
              <a:buChar char="•"/>
            </a:pPr>
            <a:r>
              <a:rPr sz="1400">
                <a:solidFill>
                  <a:srgbClr val="FFFFFF"/>
                </a:solidFill>
                <a:latin typeface="Calibri"/>
                <a:ea typeface="Calibri"/>
                <a:cs typeface="Calibri"/>
              </a:rPr>
              <a:t>Hindi users working with English records</a:t>
            </a:r>
            <a:endParaRPr sz="1400"/>
          </a:p>
        </p:txBody>
      </p:sp>
      <p:sp>
        <p:nvSpPr>
          <p:cNvPr id="7" name="Revenue card">
            <a:extLst xmlns:a="http://schemas.openxmlformats.org/drawingml/2006/main">
              <a:ext uri="{FF2B5EF4-FFF2-40B4-BE49-F238E27FC236}">
                <a16:creationId xmlns:a16="http://schemas.microsoft.com/office/drawing/2014/main" id="{1F39B524-A837-49EB-8FA2-9F144F64241E}"/>
              </a:ext>
            </a:extLst>
          </p:cNvPr>
          <p:cNvSpPr>
            <a:spLocks xmlns:a="http://schemas.openxmlformats.org/drawingml/2006/main" noGrp="1"/>
          </p:cNvSpPr>
          <p:nvPr/>
        </p:nvSpPr>
        <p:spPr>
          <a:xfrm xmlns:a="http://schemas.openxmlformats.org/drawingml/2006/main">
            <a:off x="4270248" y="1691640"/>
            <a:ext cx="3657600" cy="4434840"/>
          </a:xfrm>
          <a:prstGeom xmlns:a="http://schemas.openxmlformats.org/drawingml/2006/main" prst="roundRect">
            <a:avLst>
              <a:gd name="adj" fmla="val 3000"/>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8" name="Rev head">
            <a:extLst xmlns:a="http://schemas.openxmlformats.org/drawingml/2006/main">
              <a:ext uri="{FF2B5EF4-FFF2-40B4-BE49-F238E27FC236}">
                <a16:creationId xmlns:a16="http://schemas.microsoft.com/office/drawing/2014/main" id="{7A819027-232F-410C-980C-5DF81BD0A013}"/>
              </a:ext>
            </a:extLst>
          </p:cNvPr>
          <p:cNvSpPr>
            <a:spLocks xmlns:a="http://schemas.openxmlformats.org/drawingml/2006/main" noGrp="1"/>
          </p:cNvSpPr>
          <p:nvPr/>
        </p:nvSpPr>
        <p:spPr>
          <a:xfrm xmlns:a="http://schemas.openxmlformats.org/drawingml/2006/main">
            <a:off x="4544568" y="1874520"/>
            <a:ext cx="31089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REVENUE &amp; COST MODEL</a:t>
            </a:r>
            <a:endParaRPr sz="1500"/>
          </a:p>
        </p:txBody>
      </p:sp>
      <p:sp>
        <p:nvSpPr>
          <p:cNvPr id="9" name="Rev body">
            <a:extLst xmlns:a="http://schemas.openxmlformats.org/drawingml/2006/main">
              <a:ext uri="{FF2B5EF4-FFF2-40B4-BE49-F238E27FC236}">
                <a16:creationId xmlns:a16="http://schemas.microsoft.com/office/drawing/2014/main" id="{C0CF8A77-C404-4E3C-A580-2DD7A0BF0319}"/>
              </a:ext>
            </a:extLst>
          </p:cNvPr>
          <p:cNvSpPr>
            <a:spLocks xmlns:a="http://schemas.openxmlformats.org/drawingml/2006/main" noGrp="1"/>
          </p:cNvSpPr>
          <p:nvPr/>
        </p:nvSpPr>
        <p:spPr>
          <a:xfrm xmlns:a="http://schemas.openxmlformats.org/drawingml/2006/main">
            <a:off x="4544568" y="2377440"/>
            <a:ext cx="3108960" cy="3474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600"/>
              </a:spcAft>
              <a:buSzPct val="100000"/>
              <a:buChar char="•"/>
            </a:pPr>
            <a:r>
              <a:rPr sz="1400">
                <a:solidFill>
                  <a:srgbClr val="FFFFFF"/>
                </a:solidFill>
                <a:latin typeface="Calibri"/>
                <a:ea typeface="Calibri"/>
                <a:cs typeface="Calibri"/>
              </a:rPr>
              <a:t>Current stage: working prototype</a:t>
            </a:r>
            <a:endParaRPr sz="1400"/>
          </a:p>
          <a:p xmlns:a="http://schemas.openxmlformats.org/drawingml/2006/main">
            <a:pPr marL="342900" indent="-342900">
              <a:spcAft>
                <a:spcPts val="600"/>
              </a:spcAft>
              <a:buSzPct val="100000"/>
              <a:buChar char="•"/>
            </a:pPr>
            <a:r>
              <a:rPr sz="1400">
                <a:solidFill>
                  <a:srgbClr val="FFFFFF"/>
                </a:solidFill>
                <a:latin typeface="Calibri"/>
                <a:ea typeface="Calibri"/>
                <a:cs typeface="Calibri"/>
              </a:rPr>
              <a:t>Proposed: private institutional deployment</a:t>
            </a:r>
            <a:endParaRPr sz="1400"/>
          </a:p>
          <a:p xmlns:a="http://schemas.openxmlformats.org/drawingml/2006/main">
            <a:pPr marL="342900" indent="-342900">
              <a:spcAft>
                <a:spcPts val="600"/>
              </a:spcAft>
              <a:buSzPct val="100000"/>
              <a:buChar char="•"/>
            </a:pPr>
            <a:r>
              <a:rPr sz="1400">
                <a:solidFill>
                  <a:srgbClr val="FFFFFF"/>
                </a:solidFill>
                <a:latin typeface="Calibri"/>
                <a:ea typeface="Calibri"/>
                <a:cs typeface="Calibri"/>
              </a:rPr>
              <a:t>Costs: hosting, integrations and support</a:t>
            </a:r>
            <a:endParaRPr sz="1400"/>
          </a:p>
        </p:txBody>
      </p:sp>
      <p:sp>
        <p:nvSpPr>
          <p:cNvPr id="10" name="Sustain card">
            <a:extLst xmlns:a="http://schemas.openxmlformats.org/drawingml/2006/main">
              <a:ext uri="{FF2B5EF4-FFF2-40B4-BE49-F238E27FC236}">
                <a16:creationId xmlns:a16="http://schemas.microsoft.com/office/drawing/2014/main" id="{41A4A359-B3A0-4223-B5E3-3D34278F8835}"/>
              </a:ext>
            </a:extLst>
          </p:cNvPr>
          <p:cNvSpPr>
            <a:spLocks xmlns:a="http://schemas.openxmlformats.org/drawingml/2006/main" noGrp="1"/>
          </p:cNvSpPr>
          <p:nvPr/>
        </p:nvSpPr>
        <p:spPr>
          <a:xfrm xmlns:a="http://schemas.openxmlformats.org/drawingml/2006/main">
            <a:off x="8074152" y="1691640"/>
            <a:ext cx="3657600" cy="4434840"/>
          </a:xfrm>
          <a:prstGeom xmlns:a="http://schemas.openxmlformats.org/drawingml/2006/main" prst="roundRect">
            <a:avLst>
              <a:gd name="adj" fmla="val 3000"/>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11" name="Sus head">
            <a:extLst xmlns:a="http://schemas.openxmlformats.org/drawingml/2006/main">
              <a:ext uri="{FF2B5EF4-FFF2-40B4-BE49-F238E27FC236}">
                <a16:creationId xmlns:a16="http://schemas.microsoft.com/office/drawing/2014/main" id="{CF69F010-B67A-4180-8C61-CD73CCBAA9A6}"/>
              </a:ext>
            </a:extLst>
          </p:cNvPr>
          <p:cNvSpPr>
            <a:spLocks xmlns:a="http://schemas.openxmlformats.org/drawingml/2006/main" noGrp="1"/>
          </p:cNvSpPr>
          <p:nvPr/>
        </p:nvSpPr>
        <p:spPr>
          <a:xfrm xmlns:a="http://schemas.openxmlformats.org/drawingml/2006/main">
            <a:off x="8348472" y="1874520"/>
            <a:ext cx="31089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SUSTAINABILITY</a:t>
            </a:r>
            <a:endParaRPr sz="1500"/>
          </a:p>
        </p:txBody>
      </p:sp>
      <p:sp>
        <p:nvSpPr>
          <p:cNvPr id="12" name="Sus body">
            <a:extLst xmlns:a="http://schemas.openxmlformats.org/drawingml/2006/main">
              <a:ext uri="{FF2B5EF4-FFF2-40B4-BE49-F238E27FC236}">
                <a16:creationId xmlns:a16="http://schemas.microsoft.com/office/drawing/2014/main" id="{1D440CB4-778C-42D3-AA08-961991B65639}"/>
              </a:ext>
            </a:extLst>
          </p:cNvPr>
          <p:cNvSpPr>
            <a:spLocks xmlns:a="http://schemas.openxmlformats.org/drawingml/2006/main" noGrp="1"/>
          </p:cNvSpPr>
          <p:nvPr/>
        </p:nvSpPr>
        <p:spPr>
          <a:xfrm xmlns:a="http://schemas.openxmlformats.org/drawingml/2006/main">
            <a:off x="8348472" y="2377440"/>
            <a:ext cx="3108960" cy="3474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600"/>
              </a:spcAft>
              <a:buSzPct val="100000"/>
              <a:buChar char="•"/>
            </a:pPr>
            <a:r>
              <a:rPr sz="1400">
                <a:solidFill>
                  <a:srgbClr val="FFFFFF"/>
                </a:solidFill>
                <a:latin typeface="Calibri"/>
                <a:ea typeface="Calibri"/>
                <a:cs typeface="Calibri"/>
              </a:rPr>
              <a:t>Proposed: pilot with one team</a:t>
            </a:r>
            <a:endParaRPr sz="1400"/>
          </a:p>
          <a:p xmlns:a="http://schemas.openxmlformats.org/drawingml/2006/main">
            <a:pPr marL="342900" indent="-342900">
              <a:spcAft>
                <a:spcPts val="600"/>
              </a:spcAft>
              <a:buSzPct val="100000"/>
              <a:buChar char="•"/>
            </a:pPr>
            <a:r>
              <a:rPr sz="1400">
                <a:solidFill>
                  <a:srgbClr val="FFFFFF"/>
                </a:solidFill>
                <a:latin typeface="Calibri"/>
                <a:ea typeface="Calibri"/>
                <a:cs typeface="Calibri"/>
              </a:rPr>
              <a:t>Add source connectors as needed</a:t>
            </a:r>
            <a:endParaRPr sz="1400"/>
          </a:p>
          <a:p xmlns:a="http://schemas.openxmlformats.org/drawingml/2006/main">
            <a:pPr marL="342900" indent="-342900">
              <a:spcAft>
                <a:spcPts val="600"/>
              </a:spcAft>
              <a:buSzPct val="100000"/>
              <a:buChar char="•"/>
            </a:pPr>
            <a:r>
              <a:rPr sz="1400">
                <a:solidFill>
                  <a:srgbClr val="FFFFFF"/>
                </a:solidFill>
                <a:latin typeface="Calibri"/>
                <a:ea typeface="Calibri"/>
                <a:cs typeface="Calibri"/>
              </a:rPr>
              <a:t>Measure cost and update speed before scaling</a:t>
            </a:r>
            <a:endParaRPr sz="1400"/>
          </a:p>
        </p:txBody>
      </p:sp>
      <p:sp>
        <p:nvSpPr>
          <p:cNvPr id="25" name="Slide Number Placeholder 0">
            <a:extLst xmlns:a="http://schemas.openxmlformats.org/drawingml/2006/main">
              <a:ext uri="{FF2B5EF4-FFF2-40B4-BE49-F238E27FC236}">
                <a16:creationId xmlns:a16="http://schemas.microsoft.com/office/drawing/2014/main" id="{8972E406-BFF5-4FD0-9108-DA023FA88ADF}"/>
              </a:ext>
            </a:extLst>
          </p:cNvPr>
          <p:cNvSpPr>
            <a:spLocks xmlns:a="http://schemas.openxmlformats.org/drawingml/2006/main" noGrp="1"/>
          </p:cNvSpPr>
          <p:nvPr>
            <p:ph type="sldNum" idx="4294967295"/>
          </p:nvPr>
        </p:nvSpPr>
        <p:spPr>
          <a:xfrm xmlns:a="http://schemas.openxmlformats.org/drawingml/2006/main">
            <a:off x="11155680" y="6428232"/>
            <a:ext cx="576072"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9CC4FF"/>
                </a:solidFill>
                <a:latin typeface="Arial"/>
                <a:ea typeface="Arial"/>
                <a:cs typeface="Arial"/>
              </a:defRPr>
            </a:lvl1pPr>
          </a:lstStyle>
          <a:p xmlns:a="http://schemas.openxmlformats.org/drawingml/2006/main">
            <a:pPr algn="r">
              <a:buNone/>
            </a:pPr>
            <a:fld id="{F7021451-1387-4CA6-816F-3879F97B5CBC}" type="slidenum">
              <a:rPr b="0"/>
              <a:t>7</a:t>
            </a:fld>
            <a:endParaRPr/>
          </a:p>
        </p:txBody>
      </p:sp>
    </p:spTree>
    <p:extLst>
      <p:ext uri="{BB962C8B-B14F-4D97-AF65-F5344CB8AC3E}">
        <p14:creationId xmlns:p14="http://schemas.microsoft.com/office/powerpoint/2010/main" val="57078392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7B406E3-FBB9-40B8-B1B8-94683ACC8954}"/>
              </a:ext>
            </a:extLst>
          </p:cNvPr>
          <p:cNvSpPr>
            <a:spLocks xmlns:a="http://schemas.openxmlformats.org/drawingml/2006/main" noGrp="1"/>
          </p:cNvSpPr>
          <p:nvPr/>
        </p:nvSpPr>
        <p:spPr>
          <a:xfrm xmlns:a="http://schemas.openxmlformats.org/drawingml/2006/main">
            <a:off x="457200" y="960120"/>
            <a:ext cx="1127455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600" b="1" spc="200">
                <a:solidFill>
                  <a:srgbClr val="FFFFFF"/>
                </a:solidFill>
                <a:latin typeface="Arial"/>
                <a:ea typeface="Arial"/>
                <a:cs typeface="Arial"/>
              </a:rPr>
              <a:t>RESEARCH AND REFERENCES</a:t>
            </a:r>
            <a:endParaRPr sz="3600"/>
          </a:p>
        </p:txBody>
      </p:sp>
      <p:sp>
        <p:nvSpPr>
          <p:cNvPr id="3" name="Team tag">
            <a:extLst xmlns:a="http://schemas.openxmlformats.org/drawingml/2006/main">
              <a:ext uri="{FF2B5EF4-FFF2-40B4-BE49-F238E27FC236}">
                <a16:creationId xmlns:a16="http://schemas.microsoft.com/office/drawing/2014/main" id="{12E3B3E9-A06D-4113-890F-A7D2DC38C7A1}"/>
              </a:ext>
            </a:extLst>
          </p:cNvPr>
          <p:cNvSpPr>
            <a:spLocks xmlns:a="http://schemas.openxmlformats.org/drawingml/2006/main" noGrp="1"/>
          </p:cNvSpPr>
          <p:nvPr/>
        </p:nvSpPr>
        <p:spPr>
          <a:xfrm xmlns:a="http://schemas.openxmlformats.org/drawingml/2006/main">
            <a:off x="8503920" y="1097280"/>
            <a:ext cx="322783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a:solidFill>
                  <a:srgbClr val="9CC4FF"/>
                </a:solidFill>
                <a:latin typeface="Calibri"/>
                <a:ea typeface="Calibri"/>
                <a:cs typeface="Calibri"/>
              </a:rPr>
              <a:t>DataTrust AI  |  Team ID pending</a:t>
            </a:r>
            <a:endParaRPr sz="1200"/>
          </a:p>
        </p:txBody>
      </p:sp>
      <p:sp>
        <p:nvSpPr>
          <p:cNvPr id="4" name="References card">
            <a:extLst xmlns:a="http://schemas.openxmlformats.org/drawingml/2006/main">
              <a:ext uri="{FF2B5EF4-FFF2-40B4-BE49-F238E27FC236}">
                <a16:creationId xmlns:a16="http://schemas.microsoft.com/office/drawing/2014/main" id="{025D9C11-FCF2-4428-BE6B-4C4EDAD1C452}"/>
              </a:ext>
            </a:extLst>
          </p:cNvPr>
          <p:cNvSpPr>
            <a:spLocks xmlns:a="http://schemas.openxmlformats.org/drawingml/2006/main" noGrp="1"/>
          </p:cNvSpPr>
          <p:nvPr/>
        </p:nvSpPr>
        <p:spPr>
          <a:xfrm xmlns:a="http://schemas.openxmlformats.org/drawingml/2006/main">
            <a:off x="457200" y="1691640"/>
            <a:ext cx="11274552" cy="4434840"/>
          </a:xfrm>
          <a:prstGeom xmlns:a="http://schemas.openxmlformats.org/drawingml/2006/main" prst="roundRect">
            <a:avLst>
              <a:gd name="adj" fmla="val 2474"/>
            </a:avLst>
          </a:prstGeom>
          <a:solidFill xmlns:a="http://schemas.openxmlformats.org/drawingml/2006/main">
            <a:srgbClr val="0B1A4A">
              <a:alpha val="75000"/>
            </a:srgbClr>
          </a:solidFill>
          <a:ln xmlns:a="http://schemas.openxmlformats.org/drawingml/2006/main" w="12700">
            <a:solidFill>
              <a:srgbClr val="1E5BFF"/>
            </a:solidFill>
            <a:prstDash val="solid"/>
          </a:ln>
        </p:spPr>
      </p:sp>
      <p:sp>
        <p:nvSpPr>
          <p:cNvPr id="5" name="Ref head">
            <a:extLst xmlns:a="http://schemas.openxmlformats.org/drawingml/2006/main">
              <a:ext uri="{FF2B5EF4-FFF2-40B4-BE49-F238E27FC236}">
                <a16:creationId xmlns:a16="http://schemas.microsoft.com/office/drawing/2014/main" id="{3C6BB596-438D-4804-8097-4F3E494175CF}"/>
              </a:ext>
            </a:extLst>
          </p:cNvPr>
          <p:cNvSpPr>
            <a:spLocks xmlns:a="http://schemas.openxmlformats.org/drawingml/2006/main" noGrp="1"/>
          </p:cNvSpPr>
          <p:nvPr/>
        </p:nvSpPr>
        <p:spPr>
          <a:xfrm xmlns:a="http://schemas.openxmlformats.org/drawingml/2006/main">
            <a:off x="731520" y="1874520"/>
            <a:ext cx="105156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spc="200">
                <a:solidFill>
                  <a:srgbClr val="4DA3FF"/>
                </a:solidFill>
                <a:latin typeface="Arial"/>
                <a:ea typeface="Arial"/>
                <a:cs typeface="Arial"/>
              </a:rPr>
              <a:t>KEY TECH &amp; RESEARCH SOURCES</a:t>
            </a:r>
            <a:endParaRPr sz="1500"/>
          </a:p>
        </p:txBody>
      </p:sp>
      <p:sp>
        <p:nvSpPr>
          <p:cNvPr id="6" name="Ref body">
            <a:extLst xmlns:a="http://schemas.openxmlformats.org/drawingml/2006/main">
              <a:ext uri="{FF2B5EF4-FFF2-40B4-BE49-F238E27FC236}">
                <a16:creationId xmlns:a16="http://schemas.microsoft.com/office/drawing/2014/main" id="{B323AC0B-2051-4D78-939A-C98883EE891C}"/>
              </a:ext>
            </a:extLst>
          </p:cNvPr>
          <p:cNvSpPr>
            <a:spLocks xmlns:a="http://schemas.openxmlformats.org/drawingml/2006/main" noGrp="1"/>
          </p:cNvSpPr>
          <p:nvPr/>
        </p:nvSpPr>
        <p:spPr>
          <a:xfrm xmlns:a="http://schemas.openxmlformats.org/drawingml/2006/main">
            <a:off x="731520" y="2377440"/>
            <a:ext cx="10698480" cy="3474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600"/>
              </a:spcAft>
              <a:buSzPct val="100000"/>
              <a:buChar char="•"/>
            </a:pPr>
            <a:r>
              <a:rPr sz="1600">
                <a:solidFill>
                  <a:srgbClr val="FFFFFF"/>
                </a:solidFill>
                <a:latin typeface="Calibri"/>
                <a:ea typeface="Calibri"/>
                <a:cs typeface="Calibri"/>
              </a:rPr>
              <a:t>README.md — architecture, setup and Phase 2 API</a:t>
            </a:r>
            <a:endParaRPr sz="1600"/>
          </a:p>
          <a:p xmlns:a="http://schemas.openxmlformats.org/drawingml/2006/main">
            <a:pPr marL="342900" indent="-342900">
              <a:spcAft>
                <a:spcPts val="600"/>
              </a:spcAft>
              <a:buSzPct val="100000"/>
              <a:buChar char="•"/>
            </a:pPr>
            <a:r>
              <a:rPr sz="1600">
                <a:solidFill>
                  <a:srgbClr val="FFFFFF"/>
                </a:solidFill>
                <a:latin typeface="Calibri"/>
                <a:ea typeface="Calibri"/>
                <a:cs typeface="Calibri"/>
              </a:rPr>
              <a:t>document_store.py + graph_engine.py — index and graph updates</a:t>
            </a:r>
            <a:endParaRPr sz="1600"/>
          </a:p>
          <a:p xmlns:a="http://schemas.openxmlformats.org/drawingml/2006/main">
            <a:pPr marL="342900" indent="-342900">
              <a:spcAft>
                <a:spcPts val="600"/>
              </a:spcAft>
              <a:buSzPct val="100000"/>
              <a:buChar char="•"/>
            </a:pPr>
            <a:r>
              <a:rPr sz="1600">
                <a:solidFill>
                  <a:srgbClr val="FFFFFF"/>
                </a:solidFill>
                <a:latin typeface="Calibri"/>
                <a:ea typeface="Calibri"/>
                <a:cs typeface="Calibri"/>
              </a:rPr>
              <a:t>validation_engine.py — evidence paths and conflict answers</a:t>
            </a:r>
            <a:endParaRPr sz="1600"/>
          </a:p>
          <a:p xmlns:a="http://schemas.openxmlformats.org/drawingml/2006/main">
            <a:pPr marL="342900" indent="-342900">
              <a:spcAft>
                <a:spcPts val="600"/>
              </a:spcAft>
              <a:buSzPct val="100000"/>
              <a:buChar char="•"/>
            </a:pPr>
            <a:r>
              <a:rPr sz="1600">
                <a:solidFill>
                  <a:srgbClr val="FFFFFF"/>
                </a:solidFill>
                <a:latin typeface="Calibri"/>
                <a:ea typeface="Calibri"/>
                <a:cs typeface="Calibri"/>
              </a:rPr>
              <a:t>test_phase2_documents.py — 500 docs, conflicts, injection and Hindi checks</a:t>
            </a:r>
            <a:endParaRPr sz="1600"/>
          </a:p>
        </p:txBody>
      </p:sp>
      <p:sp>
        <p:nvSpPr>
          <p:cNvPr id="25" name="Slide Number Placeholder 0">
            <a:extLst xmlns:a="http://schemas.openxmlformats.org/drawingml/2006/main">
              <a:ext uri="{FF2B5EF4-FFF2-40B4-BE49-F238E27FC236}">
                <a16:creationId xmlns:a16="http://schemas.microsoft.com/office/drawing/2014/main" id="{C30F8C26-0289-42B7-9517-86DB47617212}"/>
              </a:ext>
            </a:extLst>
          </p:cNvPr>
          <p:cNvSpPr>
            <a:spLocks xmlns:a="http://schemas.openxmlformats.org/drawingml/2006/main" noGrp="1"/>
          </p:cNvSpPr>
          <p:nvPr>
            <p:ph type="sldNum" idx="4294967295"/>
          </p:nvPr>
        </p:nvSpPr>
        <p:spPr>
          <a:xfrm xmlns:a="http://schemas.openxmlformats.org/drawingml/2006/main">
            <a:off x="11155680" y="6428232"/>
            <a:ext cx="576072"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9CC4FF"/>
                </a:solidFill>
                <a:latin typeface="Arial"/>
                <a:ea typeface="Arial"/>
                <a:cs typeface="Arial"/>
              </a:defRPr>
            </a:lvl1pPr>
          </a:lstStyle>
          <a:p xmlns:a="http://schemas.openxmlformats.org/drawingml/2006/main">
            <a:pPr algn="r">
              <a:buNone/>
            </a:pPr>
            <a:fld id="{F7021451-1387-4CA6-816F-3879F97B5CBC}" type="slidenum">
              <a:rPr b="0"/>
              <a:t>8</a:t>
            </a:fld>
            <a:endParaRPr/>
          </a:p>
        </p:txBody>
      </p:sp>
    </p:spTree>
    <p:extLst>
      <p:ext uri="{BB962C8B-B14F-4D97-AF65-F5344CB8AC3E}">
        <p14:creationId xmlns:p14="http://schemas.microsoft.com/office/powerpoint/2010/main" val="66526951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83C4254D-2A7B-4044-815A-8E87EBB368A3}"/>
              </a:ext>
            </a:extLst>
          </p:cNvPr>
          <p:cNvPicPr>
            <a:picLocks xmlns:a="http://schemas.openxmlformats.org/drawingml/2006/main" noChangeAspect="1"/>
          </p:cNvPicPr>
          <p:nvPr/>
        </p:nvPicPr>
        <p:blipFill>
          <a:blip xmlns:r="http://schemas.openxmlformats.org/officeDocument/2006/relationships" xmlns:a="http://schemas.openxmlformats.org/drawingml/2006/main" r:embed="Rab78e99daa96470e"/>
          <a:stretch xmlns:a="http://schemas.openxmlformats.org/drawingml/2006/main">
            <a:fillRect l="0" t="0" r="0" b="0"/>
          </a:stretch>
        </p:blipFill>
        <p:spPr>
          <a:xfrm xmlns:a="http://schemas.openxmlformats.org/drawingml/2006/main">
            <a:off x="548640" y="1828800"/>
            <a:ext cx="4754880" cy="2163776"/>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CDED595D-A33E-48DB-8CD9-81E8CDF1D4F2}"/>
              </a:ext>
            </a:extLst>
          </p:cNvPr>
          <p:cNvSpPr>
            <a:spLocks xmlns:a="http://schemas.openxmlformats.org/drawingml/2006/main" noGrp="1"/>
          </p:cNvSpPr>
          <p:nvPr/>
        </p:nvSpPr>
        <p:spPr>
          <a:xfrm xmlns:a="http://schemas.openxmlformats.org/drawingml/2006/main">
            <a:off x="548640" y="4297680"/>
            <a:ext cx="73152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400" b="1" spc="400">
                <a:solidFill>
                  <a:srgbClr val="FFFFFF"/>
                </a:solidFill>
                <a:latin typeface="Arial"/>
                <a:ea typeface="Arial"/>
                <a:cs typeface="Arial"/>
              </a:rPr>
              <a:t>THANK YOU</a:t>
            </a:r>
            <a:endParaRPr sz="4400"/>
          </a:p>
        </p:txBody>
      </p:sp>
      <p:sp>
        <p:nvSpPr>
          <p:cNvPr id="4" name="Text 1">
            <a:extLst xmlns:a="http://schemas.openxmlformats.org/drawingml/2006/main">
              <a:ext uri="{FF2B5EF4-FFF2-40B4-BE49-F238E27FC236}">
                <a16:creationId xmlns:a16="http://schemas.microsoft.com/office/drawing/2014/main" id="{6F27D164-6D56-42F1-806F-C6E437DAC0C1}"/>
              </a:ext>
            </a:extLst>
          </p:cNvPr>
          <p:cNvSpPr>
            <a:spLocks xmlns:a="http://schemas.openxmlformats.org/drawingml/2006/main" noGrp="1"/>
          </p:cNvSpPr>
          <p:nvPr/>
        </p:nvSpPr>
        <p:spPr>
          <a:xfrm xmlns:a="http://schemas.openxmlformats.org/drawingml/2006/main">
            <a:off x="548640" y="5120640"/>
            <a:ext cx="7315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9CC4FF"/>
                </a:solidFill>
                <a:latin typeface="Calibri"/>
                <a:ea typeface="Calibri"/>
                <a:cs typeface="Calibri"/>
              </a:rPr>
              <a:t>DataTrust AI  |  Team ID: not provided  |  Contact: not provided</a:t>
            </a:r>
            <a:endParaRPr sz="1600"/>
          </a:p>
        </p:txBody>
      </p:sp>
      <p:sp>
        <p:nvSpPr>
          <p:cNvPr id="5" name="Text 2">
            <a:extLst xmlns:a="http://schemas.openxmlformats.org/drawingml/2006/main">
              <a:ext uri="{FF2B5EF4-FFF2-40B4-BE49-F238E27FC236}">
                <a16:creationId xmlns:a16="http://schemas.microsoft.com/office/drawing/2014/main" id="{9DB75615-C4E7-4E16-B86E-87DAAAABCCCC}"/>
              </a:ext>
            </a:extLst>
          </p:cNvPr>
          <p:cNvSpPr>
            <a:spLocks xmlns:a="http://schemas.openxmlformats.org/drawingml/2006/main" noGrp="1"/>
          </p:cNvSpPr>
          <p:nvPr/>
        </p:nvSpPr>
        <p:spPr>
          <a:xfrm xmlns:a="http://schemas.openxmlformats.org/drawingml/2006/main">
            <a:off x="548640" y="6035040"/>
            <a:ext cx="7315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spc="500">
                <a:solidFill>
                  <a:srgbClr val="4DA3FF"/>
                </a:solidFill>
                <a:latin typeface="Arial"/>
                <a:ea typeface="Arial"/>
                <a:cs typeface="Arial"/>
              </a:rPr>
              <a:t>CREATE / AN / IMPACT</a:t>
            </a:r>
            <a:endParaRPr sz="1300"/>
          </a:p>
        </p:txBody>
      </p:sp>
    </p:spTree>
    <p:extLst>
      <p:ext uri="{BB962C8B-B14F-4D97-AF65-F5344CB8AC3E}">
        <p14:creationId xmlns:p14="http://schemas.microsoft.com/office/powerpoint/2010/main" val="2110246639"/>
      </p:ext>
    </p:extLst>
  </p:cSld>
</p:sld>
</file>

<file path=ppt/theme/theme1.xml><?xml version="1.0" encoding="utf-8"?>
<a:theme xmlns:a="http://schemas.openxmlformats.org/drawingml/2006/main" name="Hypnexis">
  <a:themeElements>
    <a:clrScheme name="Hypnexis">
      <a:dk1>
        <a:srgbClr val="040A20"/>
      </a:dk1>
      <a:lt1>
        <a:srgbClr val="FFFFFF"/>
      </a:lt1>
      <a:dk2>
        <a:srgbClr val="0B1A4A"/>
      </a:dk2>
      <a:lt2>
        <a:srgbClr val="CFE0FF"/>
      </a:lt2>
      <a:accent1>
        <a:srgbClr val="1E5BFF"/>
      </a:accent1>
      <a:accent2>
        <a:srgbClr val="4DA3FF"/>
      </a:accent2>
      <a:accent3>
        <a:srgbClr val="0A2A8F"/>
      </a:accent3>
      <a:accent4>
        <a:srgbClr val="9CC4FF"/>
      </a:accent4>
      <a:accent5>
        <a:srgbClr val="6C8CFF"/>
      </a:accent5>
      <a:accent6>
        <a:srgbClr val="00C2FF"/>
      </a:accent6>
      <a:hlink>
        <a:srgbClr val="4DA3FF"/>
      </a:hlink>
      <a:folHlink>
        <a:srgbClr val="9CC4FF"/>
      </a:folHlink>
    </a:clrScheme>
    <a:fontScheme name="Hypnexi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Hypnexi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2026-10-24T13:58:37.9240000Z</dcterms:created>
  <dcterms:modified xsi:type="dcterms:W3CDTF">2026-10-24T13:58:37.9240000Z</dcterms:modified>
</coreProperties>
</file>